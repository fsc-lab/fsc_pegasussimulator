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1.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5"/>
  </p:notesMasterIdLst>
  <p:sldIdLst>
    <p:sldId id="258" r:id="rId2"/>
    <p:sldId id="256" r:id="rId3"/>
    <p:sldId id="259" r:id="rId4"/>
  </p:sldIdLst>
  <p:sldSz cx="16200438" cy="359997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54" autoAdjust="0"/>
    <p:restoredTop sz="96364" autoAdjust="0"/>
  </p:normalViewPr>
  <p:slideViewPr>
    <p:cSldViewPr snapToGrid="0">
      <p:cViewPr>
        <p:scale>
          <a:sx n="25" d="100"/>
          <a:sy n="25" d="100"/>
        </p:scale>
        <p:origin x="3292" y="-756"/>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00DE02-8FF7-4E24-AD1E-6FF07A52988C}" type="datetimeFigureOut">
              <a:rPr lang="zh-CN" altLang="en-US" smtClean="0"/>
              <a:t>2026-07-20</a:t>
            </a:fld>
            <a:endParaRPr lang="zh-CN" altLang="en-US"/>
          </a:p>
        </p:txBody>
      </p:sp>
      <p:sp>
        <p:nvSpPr>
          <p:cNvPr id="4" name="Slide Image Placeholder 3"/>
          <p:cNvSpPr>
            <a:spLocks noGrp="1" noRot="1" noChangeAspect="1"/>
          </p:cNvSpPr>
          <p:nvPr>
            <p:ph type="sldImg" idx="2"/>
          </p:nvPr>
        </p:nvSpPr>
        <p:spPr>
          <a:xfrm>
            <a:off x="2735263" y="1143000"/>
            <a:ext cx="138747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D22691-CC28-40E0-AFC0-F01CEFB169B0}" type="slidenum">
              <a:rPr lang="zh-CN" altLang="en-US" smtClean="0"/>
              <a:t>‹#›</a:t>
            </a:fld>
            <a:endParaRPr lang="zh-CN" altLang="en-US"/>
          </a:p>
        </p:txBody>
      </p:sp>
    </p:spTree>
    <p:extLst>
      <p:ext uri="{BB962C8B-B14F-4D97-AF65-F5344CB8AC3E}">
        <p14:creationId xmlns:p14="http://schemas.microsoft.com/office/powerpoint/2010/main" val="3487731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A5D22691-CC28-40E0-AFC0-F01CEFB169B0}" type="slidenum">
              <a:rPr lang="zh-CN" altLang="en-US" smtClean="0"/>
              <a:t>1</a:t>
            </a:fld>
            <a:endParaRPr lang="zh-CN" altLang="en-US"/>
          </a:p>
        </p:txBody>
      </p:sp>
    </p:spTree>
    <p:extLst>
      <p:ext uri="{BB962C8B-B14F-4D97-AF65-F5344CB8AC3E}">
        <p14:creationId xmlns:p14="http://schemas.microsoft.com/office/powerpoint/2010/main" val="3321060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ltLang="zh-CN" dirty="0"/>
              <a:t>We need to change 4-th joint axis configuration to avoid the structural singularity of  J_3y (last 4 columns)</a:t>
            </a:r>
          </a:p>
          <a:p>
            <a:pPr marL="228600" indent="-228600">
              <a:buAutoNum type="arabicPeriod"/>
            </a:pPr>
            <a:r>
              <a:rPr lang="en-US" altLang="zh-CN" dirty="0"/>
              <a:t>For each joint, we have to incorporate the moment of inertia for each motor, especially for the last motor. Since the 4-th joint rotate around the z axis, the moment of inertia for a slender rod along itself is quite small. This leads to a small effective moment of inertia for 4-th joint in matrix \tilde{M}_{\rho}, which are 66x magnitude different from the other three joints. However, in real world, the link should also see motor’s inertia applying to the rotational axis. Otherwise, the system will be purely torque-driven links, which is numerically unstable.</a:t>
            </a:r>
            <a:endParaRPr lang="zh-CN" altLang="en-US" dirty="0"/>
          </a:p>
        </p:txBody>
      </p:sp>
      <p:sp>
        <p:nvSpPr>
          <p:cNvPr id="4" name="Slide Number Placeholder 3"/>
          <p:cNvSpPr>
            <a:spLocks noGrp="1"/>
          </p:cNvSpPr>
          <p:nvPr>
            <p:ph type="sldNum" sz="quarter" idx="5"/>
          </p:nvPr>
        </p:nvSpPr>
        <p:spPr/>
        <p:txBody>
          <a:bodyPr/>
          <a:lstStyle/>
          <a:p>
            <a:fld id="{A5D22691-CC28-40E0-AFC0-F01CEFB169B0}" type="slidenum">
              <a:rPr lang="zh-CN" altLang="en-US" smtClean="0"/>
              <a:t>3</a:t>
            </a:fld>
            <a:endParaRPr lang="zh-CN" altLang="en-US"/>
          </a:p>
        </p:txBody>
      </p:sp>
    </p:spTree>
    <p:extLst>
      <p:ext uri="{BB962C8B-B14F-4D97-AF65-F5344CB8AC3E}">
        <p14:creationId xmlns:p14="http://schemas.microsoft.com/office/powerpoint/2010/main" val="27590329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15033" y="5891626"/>
            <a:ext cx="13770372" cy="12533242"/>
          </a:xfrm>
        </p:spPr>
        <p:txBody>
          <a:bodyPr anchor="b"/>
          <a:lstStyle>
            <a:lvl1pPr algn="ctr">
              <a:defRPr sz="10630"/>
            </a:lvl1pPr>
          </a:lstStyle>
          <a:p>
            <a:r>
              <a:rPr lang="en-US" altLang="zh-CN"/>
              <a:t>Click to edit Master title style</a:t>
            </a:r>
            <a:endParaRPr lang="en-US" dirty="0"/>
          </a:p>
        </p:txBody>
      </p:sp>
      <p:sp>
        <p:nvSpPr>
          <p:cNvPr id="3" name="Subtitle 2"/>
          <p:cNvSpPr>
            <a:spLocks noGrp="1"/>
          </p:cNvSpPr>
          <p:nvPr>
            <p:ph type="subTitle" idx="1"/>
          </p:nvPr>
        </p:nvSpPr>
        <p:spPr>
          <a:xfrm>
            <a:off x="2025055" y="18908198"/>
            <a:ext cx="12150329" cy="8691601"/>
          </a:xfrm>
        </p:spPr>
        <p:txBody>
          <a:bodyPr/>
          <a:lstStyle>
            <a:lvl1pPr marL="0" indent="0" algn="ctr">
              <a:buNone/>
              <a:defRPr sz="4252"/>
            </a:lvl1pPr>
            <a:lvl2pPr marL="810021" indent="0" algn="ctr">
              <a:buNone/>
              <a:defRPr sz="3543"/>
            </a:lvl2pPr>
            <a:lvl3pPr marL="1620042" indent="0" algn="ctr">
              <a:buNone/>
              <a:defRPr sz="3189"/>
            </a:lvl3pPr>
            <a:lvl4pPr marL="2430064" indent="0" algn="ctr">
              <a:buNone/>
              <a:defRPr sz="2835"/>
            </a:lvl4pPr>
            <a:lvl5pPr marL="3240085" indent="0" algn="ctr">
              <a:buNone/>
              <a:defRPr sz="2835"/>
            </a:lvl5pPr>
            <a:lvl6pPr marL="4050106" indent="0" algn="ctr">
              <a:buNone/>
              <a:defRPr sz="2835"/>
            </a:lvl6pPr>
            <a:lvl7pPr marL="4860127" indent="0" algn="ctr">
              <a:buNone/>
              <a:defRPr sz="2835"/>
            </a:lvl7pPr>
            <a:lvl8pPr marL="5670149" indent="0" algn="ctr">
              <a:buNone/>
              <a:defRPr sz="2835"/>
            </a:lvl8pPr>
            <a:lvl9pPr marL="6480170" indent="0" algn="ctr">
              <a:buNone/>
              <a:defRPr sz="2835"/>
            </a:lvl9pPr>
          </a:lstStyle>
          <a:p>
            <a:r>
              <a:rPr lang="en-US" altLang="zh-CN"/>
              <a:t>Click to edit Master subtitle style</a:t>
            </a:r>
            <a:endParaRPr lang="en-US" dirty="0"/>
          </a:p>
        </p:txBody>
      </p:sp>
      <p:sp>
        <p:nvSpPr>
          <p:cNvPr id="4" name="Date Placeholder 3"/>
          <p:cNvSpPr>
            <a:spLocks noGrp="1"/>
          </p:cNvSpPr>
          <p:nvPr>
            <p:ph type="dt" sz="half" idx="10"/>
          </p:nvPr>
        </p:nvSpPr>
        <p:spPr/>
        <p:txBody>
          <a:bodyPr/>
          <a:lstStyle/>
          <a:p>
            <a:fld id="{C1D0EF72-5FAD-4255-80A2-571272DAFD65}" type="datetimeFigureOut">
              <a:rPr lang="zh-CN" altLang="en-US" smtClean="0"/>
              <a:t>2026-07-20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91EC3CE-044C-4324-98DF-47F14C0F1002}" type="slidenum">
              <a:rPr lang="zh-CN" altLang="en-US" smtClean="0"/>
              <a:t>‹#›</a:t>
            </a:fld>
            <a:endParaRPr lang="zh-CN" altLang="en-US"/>
          </a:p>
        </p:txBody>
      </p:sp>
    </p:spTree>
    <p:extLst>
      <p:ext uri="{BB962C8B-B14F-4D97-AF65-F5344CB8AC3E}">
        <p14:creationId xmlns:p14="http://schemas.microsoft.com/office/powerpoint/2010/main" val="3345373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1D0EF72-5FAD-4255-80A2-571272DAFD65}" type="datetimeFigureOut">
              <a:rPr lang="zh-CN" altLang="en-US" smtClean="0"/>
              <a:t>2026-07-20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91EC3CE-044C-4324-98DF-47F14C0F1002}" type="slidenum">
              <a:rPr lang="zh-CN" altLang="en-US" smtClean="0"/>
              <a:t>‹#›</a:t>
            </a:fld>
            <a:endParaRPr lang="zh-CN" altLang="en-US"/>
          </a:p>
        </p:txBody>
      </p:sp>
    </p:spTree>
    <p:extLst>
      <p:ext uri="{BB962C8B-B14F-4D97-AF65-F5344CB8AC3E}">
        <p14:creationId xmlns:p14="http://schemas.microsoft.com/office/powerpoint/2010/main" val="2379044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5343" y="8974945"/>
            <a:ext cx="13972878" cy="14974888"/>
          </a:xfrm>
        </p:spPr>
        <p:txBody>
          <a:bodyPr anchor="b"/>
          <a:lstStyle>
            <a:lvl1pPr>
              <a:defRPr sz="10630"/>
            </a:lvl1pPr>
          </a:lstStyle>
          <a:p>
            <a:r>
              <a:rPr lang="en-US" altLang="zh-CN"/>
              <a:t>Click to edit Master title style</a:t>
            </a:r>
            <a:endParaRPr lang="en-US" dirty="0"/>
          </a:p>
        </p:txBody>
      </p:sp>
      <p:sp>
        <p:nvSpPr>
          <p:cNvPr id="3" name="Text Placeholder 2"/>
          <p:cNvSpPr>
            <a:spLocks noGrp="1"/>
          </p:cNvSpPr>
          <p:nvPr>
            <p:ph type="body" idx="1"/>
          </p:nvPr>
        </p:nvSpPr>
        <p:spPr>
          <a:xfrm>
            <a:off x="1105343" y="24091502"/>
            <a:ext cx="13972878" cy="7874940"/>
          </a:xfrm>
        </p:spPr>
        <p:txBody>
          <a:bodyPr/>
          <a:lstStyle>
            <a:lvl1pPr marL="0" indent="0">
              <a:buNone/>
              <a:defRPr sz="4252">
                <a:solidFill>
                  <a:schemeClr val="tx1"/>
                </a:solidFill>
              </a:defRPr>
            </a:lvl1pPr>
            <a:lvl2pPr marL="810021" indent="0">
              <a:buNone/>
              <a:defRPr sz="3543">
                <a:solidFill>
                  <a:schemeClr val="tx1">
                    <a:tint val="75000"/>
                  </a:schemeClr>
                </a:solidFill>
              </a:defRPr>
            </a:lvl2pPr>
            <a:lvl3pPr marL="1620042" indent="0">
              <a:buNone/>
              <a:defRPr sz="3189">
                <a:solidFill>
                  <a:schemeClr val="tx1">
                    <a:tint val="75000"/>
                  </a:schemeClr>
                </a:solidFill>
              </a:defRPr>
            </a:lvl3pPr>
            <a:lvl4pPr marL="2430064" indent="0">
              <a:buNone/>
              <a:defRPr sz="2835">
                <a:solidFill>
                  <a:schemeClr val="tx1">
                    <a:tint val="75000"/>
                  </a:schemeClr>
                </a:solidFill>
              </a:defRPr>
            </a:lvl4pPr>
            <a:lvl5pPr marL="3240085" indent="0">
              <a:buNone/>
              <a:defRPr sz="2835">
                <a:solidFill>
                  <a:schemeClr val="tx1">
                    <a:tint val="75000"/>
                  </a:schemeClr>
                </a:solidFill>
              </a:defRPr>
            </a:lvl5pPr>
            <a:lvl6pPr marL="4050106" indent="0">
              <a:buNone/>
              <a:defRPr sz="2835">
                <a:solidFill>
                  <a:schemeClr val="tx1">
                    <a:tint val="75000"/>
                  </a:schemeClr>
                </a:solidFill>
              </a:defRPr>
            </a:lvl6pPr>
            <a:lvl7pPr marL="4860127" indent="0">
              <a:buNone/>
              <a:defRPr sz="2835">
                <a:solidFill>
                  <a:schemeClr val="tx1">
                    <a:tint val="75000"/>
                  </a:schemeClr>
                </a:solidFill>
              </a:defRPr>
            </a:lvl7pPr>
            <a:lvl8pPr marL="5670149" indent="0">
              <a:buNone/>
              <a:defRPr sz="2835">
                <a:solidFill>
                  <a:schemeClr val="tx1">
                    <a:tint val="75000"/>
                  </a:schemeClr>
                </a:solidFill>
              </a:defRPr>
            </a:lvl8pPr>
            <a:lvl9pPr marL="6480170" indent="0">
              <a:buNone/>
              <a:defRPr sz="2835">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C1D0EF72-5FAD-4255-80A2-571272DAFD65}" type="datetimeFigureOut">
              <a:rPr lang="zh-CN" altLang="en-US" smtClean="0"/>
              <a:t>2026-07-20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91EC3CE-044C-4324-98DF-47F14C0F1002}" type="slidenum">
              <a:rPr lang="zh-CN" altLang="en-US" smtClean="0"/>
              <a:t>‹#›</a:t>
            </a:fld>
            <a:endParaRPr lang="zh-CN" altLang="en-US"/>
          </a:p>
        </p:txBody>
      </p:sp>
    </p:spTree>
    <p:extLst>
      <p:ext uri="{BB962C8B-B14F-4D97-AF65-F5344CB8AC3E}">
        <p14:creationId xmlns:p14="http://schemas.microsoft.com/office/powerpoint/2010/main" val="3889441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1113780" y="9583264"/>
            <a:ext cx="6885186" cy="2284150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8201472" y="9583264"/>
            <a:ext cx="6885186" cy="2284150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C1D0EF72-5FAD-4255-80A2-571272DAFD65}" type="datetimeFigureOut">
              <a:rPr lang="zh-CN" altLang="en-US" smtClean="0"/>
              <a:t>2026-07-20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91EC3CE-044C-4324-98DF-47F14C0F1002}" type="slidenum">
              <a:rPr lang="zh-CN" altLang="en-US" smtClean="0"/>
              <a:t>‹#›</a:t>
            </a:fld>
            <a:endParaRPr lang="zh-CN" altLang="en-US"/>
          </a:p>
        </p:txBody>
      </p:sp>
    </p:spTree>
    <p:extLst>
      <p:ext uri="{BB962C8B-B14F-4D97-AF65-F5344CB8AC3E}">
        <p14:creationId xmlns:p14="http://schemas.microsoft.com/office/powerpoint/2010/main" val="3170639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15890" y="1916661"/>
            <a:ext cx="13972878" cy="6958285"/>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1115892" y="8824938"/>
            <a:ext cx="6853544" cy="4324966"/>
          </a:xfrm>
        </p:spPr>
        <p:txBody>
          <a:bodyPr anchor="b"/>
          <a:lstStyle>
            <a:lvl1pPr marL="0" indent="0">
              <a:buNone/>
              <a:defRPr sz="4252" b="1"/>
            </a:lvl1pPr>
            <a:lvl2pPr marL="810021" indent="0">
              <a:buNone/>
              <a:defRPr sz="3543" b="1"/>
            </a:lvl2pPr>
            <a:lvl3pPr marL="1620042" indent="0">
              <a:buNone/>
              <a:defRPr sz="3189" b="1"/>
            </a:lvl3pPr>
            <a:lvl4pPr marL="2430064" indent="0">
              <a:buNone/>
              <a:defRPr sz="2835" b="1"/>
            </a:lvl4pPr>
            <a:lvl5pPr marL="3240085" indent="0">
              <a:buNone/>
              <a:defRPr sz="2835" b="1"/>
            </a:lvl5pPr>
            <a:lvl6pPr marL="4050106" indent="0">
              <a:buNone/>
              <a:defRPr sz="2835" b="1"/>
            </a:lvl6pPr>
            <a:lvl7pPr marL="4860127" indent="0">
              <a:buNone/>
              <a:defRPr sz="2835" b="1"/>
            </a:lvl7pPr>
            <a:lvl8pPr marL="5670149" indent="0">
              <a:buNone/>
              <a:defRPr sz="2835" b="1"/>
            </a:lvl8pPr>
            <a:lvl9pPr marL="6480170" indent="0">
              <a:buNone/>
              <a:defRPr sz="2835" b="1"/>
            </a:lvl9pPr>
          </a:lstStyle>
          <a:p>
            <a:pPr lvl="0"/>
            <a:r>
              <a:rPr lang="en-US" altLang="zh-CN"/>
              <a:t>Click to edit Master text styles</a:t>
            </a:r>
          </a:p>
        </p:txBody>
      </p:sp>
      <p:sp>
        <p:nvSpPr>
          <p:cNvPr id="4" name="Content Placeholder 3"/>
          <p:cNvSpPr>
            <a:spLocks noGrp="1"/>
          </p:cNvSpPr>
          <p:nvPr>
            <p:ph sz="half" idx="2"/>
          </p:nvPr>
        </p:nvSpPr>
        <p:spPr>
          <a:xfrm>
            <a:off x="1115892" y="13149904"/>
            <a:ext cx="6853544" cy="19341529"/>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8201473" y="8824938"/>
            <a:ext cx="6887296" cy="4324966"/>
          </a:xfrm>
        </p:spPr>
        <p:txBody>
          <a:bodyPr anchor="b"/>
          <a:lstStyle>
            <a:lvl1pPr marL="0" indent="0">
              <a:buNone/>
              <a:defRPr sz="4252" b="1"/>
            </a:lvl1pPr>
            <a:lvl2pPr marL="810021" indent="0">
              <a:buNone/>
              <a:defRPr sz="3543" b="1"/>
            </a:lvl2pPr>
            <a:lvl3pPr marL="1620042" indent="0">
              <a:buNone/>
              <a:defRPr sz="3189" b="1"/>
            </a:lvl3pPr>
            <a:lvl4pPr marL="2430064" indent="0">
              <a:buNone/>
              <a:defRPr sz="2835" b="1"/>
            </a:lvl4pPr>
            <a:lvl5pPr marL="3240085" indent="0">
              <a:buNone/>
              <a:defRPr sz="2835" b="1"/>
            </a:lvl5pPr>
            <a:lvl6pPr marL="4050106" indent="0">
              <a:buNone/>
              <a:defRPr sz="2835" b="1"/>
            </a:lvl6pPr>
            <a:lvl7pPr marL="4860127" indent="0">
              <a:buNone/>
              <a:defRPr sz="2835" b="1"/>
            </a:lvl7pPr>
            <a:lvl8pPr marL="5670149" indent="0">
              <a:buNone/>
              <a:defRPr sz="2835" b="1"/>
            </a:lvl8pPr>
            <a:lvl9pPr marL="6480170" indent="0">
              <a:buNone/>
              <a:defRPr sz="2835" b="1"/>
            </a:lvl9pPr>
          </a:lstStyle>
          <a:p>
            <a:pPr lvl="0"/>
            <a:r>
              <a:rPr lang="en-US" altLang="zh-CN"/>
              <a:t>Click to edit Master text styles</a:t>
            </a:r>
          </a:p>
        </p:txBody>
      </p:sp>
      <p:sp>
        <p:nvSpPr>
          <p:cNvPr id="6" name="Content Placeholder 5"/>
          <p:cNvSpPr>
            <a:spLocks noGrp="1"/>
          </p:cNvSpPr>
          <p:nvPr>
            <p:ph sz="quarter" idx="4"/>
          </p:nvPr>
        </p:nvSpPr>
        <p:spPr>
          <a:xfrm>
            <a:off x="8201473" y="13149904"/>
            <a:ext cx="6887296" cy="19341529"/>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C1D0EF72-5FAD-4255-80A2-571272DAFD65}" type="datetimeFigureOut">
              <a:rPr lang="zh-CN" altLang="en-US" smtClean="0"/>
              <a:t>2026-07-20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91EC3CE-044C-4324-98DF-47F14C0F1002}" type="slidenum">
              <a:rPr lang="zh-CN" altLang="en-US" smtClean="0"/>
              <a:t>‹#›</a:t>
            </a:fld>
            <a:endParaRPr lang="zh-CN" altLang="en-US"/>
          </a:p>
        </p:txBody>
      </p:sp>
    </p:spTree>
    <p:extLst>
      <p:ext uri="{BB962C8B-B14F-4D97-AF65-F5344CB8AC3E}">
        <p14:creationId xmlns:p14="http://schemas.microsoft.com/office/powerpoint/2010/main" val="1254014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C1D0EF72-5FAD-4255-80A2-571272DAFD65}" type="datetimeFigureOut">
              <a:rPr lang="zh-CN" altLang="en-US" smtClean="0"/>
              <a:t>2026-07-20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91EC3CE-044C-4324-98DF-47F14C0F1002}" type="slidenum">
              <a:rPr lang="zh-CN" altLang="en-US" smtClean="0"/>
              <a:t>‹#›</a:t>
            </a:fld>
            <a:endParaRPr lang="zh-CN" altLang="en-US"/>
          </a:p>
        </p:txBody>
      </p:sp>
    </p:spTree>
    <p:extLst>
      <p:ext uri="{BB962C8B-B14F-4D97-AF65-F5344CB8AC3E}">
        <p14:creationId xmlns:p14="http://schemas.microsoft.com/office/powerpoint/2010/main" val="1264725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D0EF72-5FAD-4255-80A2-571272DAFD65}" type="datetimeFigureOut">
              <a:rPr lang="zh-CN" altLang="en-US" smtClean="0"/>
              <a:t>2026-07-20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91EC3CE-044C-4324-98DF-47F14C0F1002}" type="slidenum">
              <a:rPr lang="zh-CN" altLang="en-US" smtClean="0"/>
              <a:t>‹#›</a:t>
            </a:fld>
            <a:endParaRPr lang="zh-CN" altLang="en-US"/>
          </a:p>
        </p:txBody>
      </p:sp>
    </p:spTree>
    <p:extLst>
      <p:ext uri="{BB962C8B-B14F-4D97-AF65-F5344CB8AC3E}">
        <p14:creationId xmlns:p14="http://schemas.microsoft.com/office/powerpoint/2010/main" val="3214032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5890" y="2399982"/>
            <a:ext cx="5225063" cy="8399939"/>
          </a:xfrm>
        </p:spPr>
        <p:txBody>
          <a:bodyPr anchor="b"/>
          <a:lstStyle>
            <a:lvl1pPr>
              <a:defRPr sz="5669"/>
            </a:lvl1pPr>
          </a:lstStyle>
          <a:p>
            <a:r>
              <a:rPr lang="en-US" altLang="zh-CN"/>
              <a:t>Click to edit Master title style</a:t>
            </a:r>
            <a:endParaRPr lang="en-US" dirty="0"/>
          </a:p>
        </p:txBody>
      </p:sp>
      <p:sp>
        <p:nvSpPr>
          <p:cNvPr id="3" name="Content Placeholder 2"/>
          <p:cNvSpPr>
            <a:spLocks noGrp="1"/>
          </p:cNvSpPr>
          <p:nvPr>
            <p:ph idx="1"/>
          </p:nvPr>
        </p:nvSpPr>
        <p:spPr>
          <a:xfrm>
            <a:off x="6887296" y="5183304"/>
            <a:ext cx="8201472" cy="25583147"/>
          </a:xfrm>
        </p:spPr>
        <p:txBody>
          <a:bodyPr/>
          <a:lstStyle>
            <a:lvl1pPr>
              <a:defRPr sz="5669"/>
            </a:lvl1pPr>
            <a:lvl2pPr>
              <a:defRPr sz="4961"/>
            </a:lvl2pPr>
            <a:lvl3pPr>
              <a:defRPr sz="4252"/>
            </a:lvl3pPr>
            <a:lvl4pPr>
              <a:defRPr sz="3543"/>
            </a:lvl4pPr>
            <a:lvl5pPr>
              <a:defRPr sz="3543"/>
            </a:lvl5pPr>
            <a:lvl6pPr>
              <a:defRPr sz="3543"/>
            </a:lvl6pPr>
            <a:lvl7pPr>
              <a:defRPr sz="3543"/>
            </a:lvl7pPr>
            <a:lvl8pPr>
              <a:defRPr sz="3543"/>
            </a:lvl8pPr>
            <a:lvl9pPr>
              <a:defRPr sz="3543"/>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1115890" y="10799922"/>
            <a:ext cx="5225063" cy="20008190"/>
          </a:xfrm>
        </p:spPr>
        <p:txBody>
          <a:bodyPr/>
          <a:lstStyle>
            <a:lvl1pPr marL="0" indent="0">
              <a:buNone/>
              <a:defRPr sz="2835"/>
            </a:lvl1pPr>
            <a:lvl2pPr marL="810021" indent="0">
              <a:buNone/>
              <a:defRPr sz="2480"/>
            </a:lvl2pPr>
            <a:lvl3pPr marL="1620042" indent="0">
              <a:buNone/>
              <a:defRPr sz="2126"/>
            </a:lvl3pPr>
            <a:lvl4pPr marL="2430064" indent="0">
              <a:buNone/>
              <a:defRPr sz="1772"/>
            </a:lvl4pPr>
            <a:lvl5pPr marL="3240085" indent="0">
              <a:buNone/>
              <a:defRPr sz="1772"/>
            </a:lvl5pPr>
            <a:lvl6pPr marL="4050106" indent="0">
              <a:buNone/>
              <a:defRPr sz="1772"/>
            </a:lvl6pPr>
            <a:lvl7pPr marL="4860127" indent="0">
              <a:buNone/>
              <a:defRPr sz="1772"/>
            </a:lvl7pPr>
            <a:lvl8pPr marL="5670149" indent="0">
              <a:buNone/>
              <a:defRPr sz="1772"/>
            </a:lvl8pPr>
            <a:lvl9pPr marL="6480170" indent="0">
              <a:buNone/>
              <a:defRPr sz="1772"/>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C1D0EF72-5FAD-4255-80A2-571272DAFD65}" type="datetimeFigureOut">
              <a:rPr lang="zh-CN" altLang="en-US" smtClean="0"/>
              <a:t>2026-07-20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91EC3CE-044C-4324-98DF-47F14C0F1002}" type="slidenum">
              <a:rPr lang="zh-CN" altLang="en-US" smtClean="0"/>
              <a:t>‹#›</a:t>
            </a:fld>
            <a:endParaRPr lang="zh-CN" altLang="en-US"/>
          </a:p>
        </p:txBody>
      </p:sp>
    </p:spTree>
    <p:extLst>
      <p:ext uri="{BB962C8B-B14F-4D97-AF65-F5344CB8AC3E}">
        <p14:creationId xmlns:p14="http://schemas.microsoft.com/office/powerpoint/2010/main" val="974722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5890" y="2399982"/>
            <a:ext cx="5225063" cy="8399939"/>
          </a:xfrm>
        </p:spPr>
        <p:txBody>
          <a:bodyPr anchor="b"/>
          <a:lstStyle>
            <a:lvl1pPr>
              <a:defRPr sz="5669"/>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6887296" y="5183304"/>
            <a:ext cx="8201472" cy="25583147"/>
          </a:xfrm>
        </p:spPr>
        <p:txBody>
          <a:bodyPr anchor="t"/>
          <a:lstStyle>
            <a:lvl1pPr marL="0" indent="0">
              <a:buNone/>
              <a:defRPr sz="5669"/>
            </a:lvl1pPr>
            <a:lvl2pPr marL="810021" indent="0">
              <a:buNone/>
              <a:defRPr sz="4961"/>
            </a:lvl2pPr>
            <a:lvl3pPr marL="1620042" indent="0">
              <a:buNone/>
              <a:defRPr sz="4252"/>
            </a:lvl3pPr>
            <a:lvl4pPr marL="2430064" indent="0">
              <a:buNone/>
              <a:defRPr sz="3543"/>
            </a:lvl4pPr>
            <a:lvl5pPr marL="3240085" indent="0">
              <a:buNone/>
              <a:defRPr sz="3543"/>
            </a:lvl5pPr>
            <a:lvl6pPr marL="4050106" indent="0">
              <a:buNone/>
              <a:defRPr sz="3543"/>
            </a:lvl6pPr>
            <a:lvl7pPr marL="4860127" indent="0">
              <a:buNone/>
              <a:defRPr sz="3543"/>
            </a:lvl7pPr>
            <a:lvl8pPr marL="5670149" indent="0">
              <a:buNone/>
              <a:defRPr sz="3543"/>
            </a:lvl8pPr>
            <a:lvl9pPr marL="6480170" indent="0">
              <a:buNone/>
              <a:defRPr sz="3543"/>
            </a:lvl9pPr>
          </a:lstStyle>
          <a:p>
            <a:r>
              <a:rPr lang="en-US" altLang="zh-CN"/>
              <a:t>Click icon to add picture</a:t>
            </a:r>
            <a:endParaRPr lang="en-US" dirty="0"/>
          </a:p>
        </p:txBody>
      </p:sp>
      <p:sp>
        <p:nvSpPr>
          <p:cNvPr id="4" name="Text Placeholder 3"/>
          <p:cNvSpPr>
            <a:spLocks noGrp="1"/>
          </p:cNvSpPr>
          <p:nvPr>
            <p:ph type="body" sz="half" idx="2"/>
          </p:nvPr>
        </p:nvSpPr>
        <p:spPr>
          <a:xfrm>
            <a:off x="1115890" y="10799922"/>
            <a:ext cx="5225063" cy="20008190"/>
          </a:xfrm>
        </p:spPr>
        <p:txBody>
          <a:bodyPr/>
          <a:lstStyle>
            <a:lvl1pPr marL="0" indent="0">
              <a:buNone/>
              <a:defRPr sz="2835"/>
            </a:lvl1pPr>
            <a:lvl2pPr marL="810021" indent="0">
              <a:buNone/>
              <a:defRPr sz="2480"/>
            </a:lvl2pPr>
            <a:lvl3pPr marL="1620042" indent="0">
              <a:buNone/>
              <a:defRPr sz="2126"/>
            </a:lvl3pPr>
            <a:lvl4pPr marL="2430064" indent="0">
              <a:buNone/>
              <a:defRPr sz="1772"/>
            </a:lvl4pPr>
            <a:lvl5pPr marL="3240085" indent="0">
              <a:buNone/>
              <a:defRPr sz="1772"/>
            </a:lvl5pPr>
            <a:lvl6pPr marL="4050106" indent="0">
              <a:buNone/>
              <a:defRPr sz="1772"/>
            </a:lvl6pPr>
            <a:lvl7pPr marL="4860127" indent="0">
              <a:buNone/>
              <a:defRPr sz="1772"/>
            </a:lvl7pPr>
            <a:lvl8pPr marL="5670149" indent="0">
              <a:buNone/>
              <a:defRPr sz="1772"/>
            </a:lvl8pPr>
            <a:lvl9pPr marL="6480170" indent="0">
              <a:buNone/>
              <a:defRPr sz="1772"/>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C1D0EF72-5FAD-4255-80A2-571272DAFD65}" type="datetimeFigureOut">
              <a:rPr lang="zh-CN" altLang="en-US" smtClean="0"/>
              <a:t>2026-07-20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91EC3CE-044C-4324-98DF-47F14C0F1002}" type="slidenum">
              <a:rPr lang="zh-CN" altLang="en-US" smtClean="0"/>
              <a:t>‹#›</a:t>
            </a:fld>
            <a:endParaRPr lang="zh-CN" altLang="en-US"/>
          </a:p>
        </p:txBody>
      </p:sp>
    </p:spTree>
    <p:extLst>
      <p:ext uri="{BB962C8B-B14F-4D97-AF65-F5344CB8AC3E}">
        <p14:creationId xmlns:p14="http://schemas.microsoft.com/office/powerpoint/2010/main" val="4045305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1D0EF72-5FAD-4255-80A2-571272DAFD65}" type="datetimeFigureOut">
              <a:rPr lang="zh-CN" altLang="en-US" smtClean="0"/>
              <a:t>2026-07-20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91EC3CE-044C-4324-98DF-47F14C0F1002}" type="slidenum">
              <a:rPr lang="zh-CN" altLang="en-US" smtClean="0"/>
              <a:t>‹#›</a:t>
            </a:fld>
            <a:endParaRPr lang="zh-CN" altLang="en-US"/>
          </a:p>
        </p:txBody>
      </p:sp>
    </p:spTree>
    <p:extLst>
      <p:ext uri="{BB962C8B-B14F-4D97-AF65-F5344CB8AC3E}">
        <p14:creationId xmlns:p14="http://schemas.microsoft.com/office/powerpoint/2010/main" val="1593788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93440" y="1916653"/>
            <a:ext cx="3493219" cy="30508114"/>
          </a:xfrm>
        </p:spPr>
        <p:txBody>
          <a:bodyPr vert="eaVert"/>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1113781" y="1916653"/>
            <a:ext cx="10277153" cy="30508114"/>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1D0EF72-5FAD-4255-80A2-571272DAFD65}" type="datetimeFigureOut">
              <a:rPr lang="zh-CN" altLang="en-US" smtClean="0"/>
              <a:t>2026-07-20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91EC3CE-044C-4324-98DF-47F14C0F1002}" type="slidenum">
              <a:rPr lang="zh-CN" altLang="en-US" smtClean="0"/>
              <a:t>‹#›</a:t>
            </a:fld>
            <a:endParaRPr lang="zh-CN" altLang="en-US"/>
          </a:p>
        </p:txBody>
      </p:sp>
    </p:spTree>
    <p:extLst>
      <p:ext uri="{BB962C8B-B14F-4D97-AF65-F5344CB8AC3E}">
        <p14:creationId xmlns:p14="http://schemas.microsoft.com/office/powerpoint/2010/main" val="3865979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13780" y="1916661"/>
            <a:ext cx="13972878" cy="6958285"/>
          </a:xfrm>
          <a:prstGeom prst="rect">
            <a:avLst/>
          </a:prstGeom>
        </p:spPr>
        <p:txBody>
          <a:bodyPr vert="horz" lIns="91440" tIns="45720" rIns="91440" bIns="45720" rtlCol="0" anchor="ctr">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1113780" y="9583264"/>
            <a:ext cx="13972878" cy="22841503"/>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1113780" y="33366432"/>
            <a:ext cx="3645099" cy="1916653"/>
          </a:xfrm>
          <a:prstGeom prst="rect">
            <a:avLst/>
          </a:prstGeom>
        </p:spPr>
        <p:txBody>
          <a:bodyPr vert="horz" lIns="91440" tIns="45720" rIns="91440" bIns="45720" rtlCol="0" anchor="ctr"/>
          <a:lstStyle>
            <a:lvl1pPr algn="l">
              <a:defRPr sz="2126">
                <a:solidFill>
                  <a:schemeClr val="tx1">
                    <a:tint val="75000"/>
                  </a:schemeClr>
                </a:solidFill>
              </a:defRPr>
            </a:lvl1pPr>
          </a:lstStyle>
          <a:p>
            <a:fld id="{C1D0EF72-5FAD-4255-80A2-571272DAFD65}" type="datetimeFigureOut">
              <a:rPr lang="zh-CN" altLang="en-US" smtClean="0"/>
              <a:t>2026-07-20</a:t>
            </a:fld>
            <a:endParaRPr lang="zh-CN" altLang="en-US"/>
          </a:p>
        </p:txBody>
      </p:sp>
      <p:sp>
        <p:nvSpPr>
          <p:cNvPr id="5" name="Footer Placeholder 4"/>
          <p:cNvSpPr>
            <a:spLocks noGrp="1"/>
          </p:cNvSpPr>
          <p:nvPr>
            <p:ph type="ftr" sz="quarter" idx="3"/>
          </p:nvPr>
        </p:nvSpPr>
        <p:spPr>
          <a:xfrm>
            <a:off x="5366395" y="33366432"/>
            <a:ext cx="5467648" cy="1916653"/>
          </a:xfrm>
          <a:prstGeom prst="rect">
            <a:avLst/>
          </a:prstGeom>
        </p:spPr>
        <p:txBody>
          <a:bodyPr vert="horz" lIns="91440" tIns="45720" rIns="91440" bIns="45720" rtlCol="0" anchor="ctr"/>
          <a:lstStyle>
            <a:lvl1pPr algn="ctr">
              <a:defRPr sz="2126">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11441559" y="33366432"/>
            <a:ext cx="3645099" cy="1916653"/>
          </a:xfrm>
          <a:prstGeom prst="rect">
            <a:avLst/>
          </a:prstGeom>
        </p:spPr>
        <p:txBody>
          <a:bodyPr vert="horz" lIns="91440" tIns="45720" rIns="91440" bIns="45720" rtlCol="0" anchor="ctr"/>
          <a:lstStyle>
            <a:lvl1pPr algn="r">
              <a:defRPr sz="2126">
                <a:solidFill>
                  <a:schemeClr val="tx1">
                    <a:tint val="75000"/>
                  </a:schemeClr>
                </a:solidFill>
              </a:defRPr>
            </a:lvl1pPr>
          </a:lstStyle>
          <a:p>
            <a:fld id="{E91EC3CE-044C-4324-98DF-47F14C0F1002}" type="slidenum">
              <a:rPr lang="zh-CN" altLang="en-US" smtClean="0"/>
              <a:t>‹#›</a:t>
            </a:fld>
            <a:endParaRPr lang="zh-CN" altLang="en-US"/>
          </a:p>
        </p:txBody>
      </p:sp>
    </p:spTree>
    <p:extLst>
      <p:ext uri="{BB962C8B-B14F-4D97-AF65-F5344CB8AC3E}">
        <p14:creationId xmlns:p14="http://schemas.microsoft.com/office/powerpoint/2010/main" val="95535345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1620042" rtl="0" eaLnBrk="1" latinLnBrk="0" hangingPunct="1">
        <a:lnSpc>
          <a:spcPct val="90000"/>
        </a:lnSpc>
        <a:spcBef>
          <a:spcPct val="0"/>
        </a:spcBef>
        <a:buNone/>
        <a:defRPr sz="7795" kern="1200">
          <a:solidFill>
            <a:schemeClr val="tx1"/>
          </a:solidFill>
          <a:latin typeface="+mj-lt"/>
          <a:ea typeface="+mj-ea"/>
          <a:cs typeface="+mj-cs"/>
        </a:defRPr>
      </a:lvl1pPr>
    </p:titleStyle>
    <p:bodyStyle>
      <a:lvl1pPr marL="405011" indent="-405011" algn="l" defTabSz="1620042" rtl="0" eaLnBrk="1" latinLnBrk="0" hangingPunct="1">
        <a:lnSpc>
          <a:spcPct val="90000"/>
        </a:lnSpc>
        <a:spcBef>
          <a:spcPts val="1772"/>
        </a:spcBef>
        <a:buFont typeface="Arial" panose="020B0604020202020204" pitchFamily="34" charset="0"/>
        <a:buChar char="•"/>
        <a:defRPr sz="4961" kern="1200">
          <a:solidFill>
            <a:schemeClr val="tx1"/>
          </a:solidFill>
          <a:latin typeface="+mn-lt"/>
          <a:ea typeface="+mn-ea"/>
          <a:cs typeface="+mn-cs"/>
        </a:defRPr>
      </a:lvl1pPr>
      <a:lvl2pPr marL="1215032" indent="-405011" algn="l" defTabSz="1620042" rtl="0" eaLnBrk="1" latinLnBrk="0" hangingPunct="1">
        <a:lnSpc>
          <a:spcPct val="90000"/>
        </a:lnSpc>
        <a:spcBef>
          <a:spcPts val="886"/>
        </a:spcBef>
        <a:buFont typeface="Arial" panose="020B0604020202020204" pitchFamily="34" charset="0"/>
        <a:buChar char="•"/>
        <a:defRPr sz="4252" kern="1200">
          <a:solidFill>
            <a:schemeClr val="tx1"/>
          </a:solidFill>
          <a:latin typeface="+mn-lt"/>
          <a:ea typeface="+mn-ea"/>
          <a:cs typeface="+mn-cs"/>
        </a:defRPr>
      </a:lvl2pPr>
      <a:lvl3pPr marL="2025053" indent="-405011" algn="l" defTabSz="1620042" rtl="0" eaLnBrk="1" latinLnBrk="0" hangingPunct="1">
        <a:lnSpc>
          <a:spcPct val="90000"/>
        </a:lnSpc>
        <a:spcBef>
          <a:spcPts val="886"/>
        </a:spcBef>
        <a:buFont typeface="Arial" panose="020B0604020202020204" pitchFamily="34" charset="0"/>
        <a:buChar char="•"/>
        <a:defRPr sz="3543" kern="1200">
          <a:solidFill>
            <a:schemeClr val="tx1"/>
          </a:solidFill>
          <a:latin typeface="+mn-lt"/>
          <a:ea typeface="+mn-ea"/>
          <a:cs typeface="+mn-cs"/>
        </a:defRPr>
      </a:lvl3pPr>
      <a:lvl4pPr marL="2835074" indent="-405011" algn="l" defTabSz="1620042" rtl="0" eaLnBrk="1" latinLnBrk="0" hangingPunct="1">
        <a:lnSpc>
          <a:spcPct val="90000"/>
        </a:lnSpc>
        <a:spcBef>
          <a:spcPts val="886"/>
        </a:spcBef>
        <a:buFont typeface="Arial" panose="020B0604020202020204" pitchFamily="34" charset="0"/>
        <a:buChar char="•"/>
        <a:defRPr sz="3189" kern="1200">
          <a:solidFill>
            <a:schemeClr val="tx1"/>
          </a:solidFill>
          <a:latin typeface="+mn-lt"/>
          <a:ea typeface="+mn-ea"/>
          <a:cs typeface="+mn-cs"/>
        </a:defRPr>
      </a:lvl4pPr>
      <a:lvl5pPr marL="3645096" indent="-405011" algn="l" defTabSz="1620042" rtl="0" eaLnBrk="1" latinLnBrk="0" hangingPunct="1">
        <a:lnSpc>
          <a:spcPct val="90000"/>
        </a:lnSpc>
        <a:spcBef>
          <a:spcPts val="886"/>
        </a:spcBef>
        <a:buFont typeface="Arial" panose="020B0604020202020204" pitchFamily="34" charset="0"/>
        <a:buChar char="•"/>
        <a:defRPr sz="3189" kern="1200">
          <a:solidFill>
            <a:schemeClr val="tx1"/>
          </a:solidFill>
          <a:latin typeface="+mn-lt"/>
          <a:ea typeface="+mn-ea"/>
          <a:cs typeface="+mn-cs"/>
        </a:defRPr>
      </a:lvl5pPr>
      <a:lvl6pPr marL="4455117" indent="-405011" algn="l" defTabSz="1620042" rtl="0" eaLnBrk="1" latinLnBrk="0" hangingPunct="1">
        <a:lnSpc>
          <a:spcPct val="90000"/>
        </a:lnSpc>
        <a:spcBef>
          <a:spcPts val="886"/>
        </a:spcBef>
        <a:buFont typeface="Arial" panose="020B0604020202020204" pitchFamily="34" charset="0"/>
        <a:buChar char="•"/>
        <a:defRPr sz="3189" kern="1200">
          <a:solidFill>
            <a:schemeClr val="tx1"/>
          </a:solidFill>
          <a:latin typeface="+mn-lt"/>
          <a:ea typeface="+mn-ea"/>
          <a:cs typeface="+mn-cs"/>
        </a:defRPr>
      </a:lvl6pPr>
      <a:lvl7pPr marL="5265138" indent="-405011" algn="l" defTabSz="1620042" rtl="0" eaLnBrk="1" latinLnBrk="0" hangingPunct="1">
        <a:lnSpc>
          <a:spcPct val="90000"/>
        </a:lnSpc>
        <a:spcBef>
          <a:spcPts val="886"/>
        </a:spcBef>
        <a:buFont typeface="Arial" panose="020B0604020202020204" pitchFamily="34" charset="0"/>
        <a:buChar char="•"/>
        <a:defRPr sz="3189" kern="1200">
          <a:solidFill>
            <a:schemeClr val="tx1"/>
          </a:solidFill>
          <a:latin typeface="+mn-lt"/>
          <a:ea typeface="+mn-ea"/>
          <a:cs typeface="+mn-cs"/>
        </a:defRPr>
      </a:lvl7pPr>
      <a:lvl8pPr marL="6075159" indent="-405011" algn="l" defTabSz="1620042" rtl="0" eaLnBrk="1" latinLnBrk="0" hangingPunct="1">
        <a:lnSpc>
          <a:spcPct val="90000"/>
        </a:lnSpc>
        <a:spcBef>
          <a:spcPts val="886"/>
        </a:spcBef>
        <a:buFont typeface="Arial" panose="020B0604020202020204" pitchFamily="34" charset="0"/>
        <a:buChar char="•"/>
        <a:defRPr sz="3189" kern="1200">
          <a:solidFill>
            <a:schemeClr val="tx1"/>
          </a:solidFill>
          <a:latin typeface="+mn-lt"/>
          <a:ea typeface="+mn-ea"/>
          <a:cs typeface="+mn-cs"/>
        </a:defRPr>
      </a:lvl8pPr>
      <a:lvl9pPr marL="6885181" indent="-405011" algn="l" defTabSz="1620042" rtl="0" eaLnBrk="1" latinLnBrk="0" hangingPunct="1">
        <a:lnSpc>
          <a:spcPct val="90000"/>
        </a:lnSpc>
        <a:spcBef>
          <a:spcPts val="886"/>
        </a:spcBef>
        <a:buFont typeface="Arial" panose="020B0604020202020204" pitchFamily="34" charset="0"/>
        <a:buChar char="•"/>
        <a:defRPr sz="3189" kern="1200">
          <a:solidFill>
            <a:schemeClr val="tx1"/>
          </a:solidFill>
          <a:latin typeface="+mn-lt"/>
          <a:ea typeface="+mn-ea"/>
          <a:cs typeface="+mn-cs"/>
        </a:defRPr>
      </a:lvl9pPr>
    </p:bodyStyle>
    <p:otherStyle>
      <a:defPPr>
        <a:defRPr lang="en-US"/>
      </a:defPPr>
      <a:lvl1pPr marL="0" algn="l" defTabSz="1620042" rtl="0" eaLnBrk="1" latinLnBrk="0" hangingPunct="1">
        <a:defRPr sz="3189" kern="1200">
          <a:solidFill>
            <a:schemeClr val="tx1"/>
          </a:solidFill>
          <a:latin typeface="+mn-lt"/>
          <a:ea typeface="+mn-ea"/>
          <a:cs typeface="+mn-cs"/>
        </a:defRPr>
      </a:lvl1pPr>
      <a:lvl2pPr marL="810021" algn="l" defTabSz="1620042" rtl="0" eaLnBrk="1" latinLnBrk="0" hangingPunct="1">
        <a:defRPr sz="3189" kern="1200">
          <a:solidFill>
            <a:schemeClr val="tx1"/>
          </a:solidFill>
          <a:latin typeface="+mn-lt"/>
          <a:ea typeface="+mn-ea"/>
          <a:cs typeface="+mn-cs"/>
        </a:defRPr>
      </a:lvl2pPr>
      <a:lvl3pPr marL="1620042" algn="l" defTabSz="1620042" rtl="0" eaLnBrk="1" latinLnBrk="0" hangingPunct="1">
        <a:defRPr sz="3189" kern="1200">
          <a:solidFill>
            <a:schemeClr val="tx1"/>
          </a:solidFill>
          <a:latin typeface="+mn-lt"/>
          <a:ea typeface="+mn-ea"/>
          <a:cs typeface="+mn-cs"/>
        </a:defRPr>
      </a:lvl3pPr>
      <a:lvl4pPr marL="2430064" algn="l" defTabSz="1620042" rtl="0" eaLnBrk="1" latinLnBrk="0" hangingPunct="1">
        <a:defRPr sz="3189" kern="1200">
          <a:solidFill>
            <a:schemeClr val="tx1"/>
          </a:solidFill>
          <a:latin typeface="+mn-lt"/>
          <a:ea typeface="+mn-ea"/>
          <a:cs typeface="+mn-cs"/>
        </a:defRPr>
      </a:lvl4pPr>
      <a:lvl5pPr marL="3240085" algn="l" defTabSz="1620042" rtl="0" eaLnBrk="1" latinLnBrk="0" hangingPunct="1">
        <a:defRPr sz="3189" kern="1200">
          <a:solidFill>
            <a:schemeClr val="tx1"/>
          </a:solidFill>
          <a:latin typeface="+mn-lt"/>
          <a:ea typeface="+mn-ea"/>
          <a:cs typeface="+mn-cs"/>
        </a:defRPr>
      </a:lvl5pPr>
      <a:lvl6pPr marL="4050106" algn="l" defTabSz="1620042" rtl="0" eaLnBrk="1" latinLnBrk="0" hangingPunct="1">
        <a:defRPr sz="3189" kern="1200">
          <a:solidFill>
            <a:schemeClr val="tx1"/>
          </a:solidFill>
          <a:latin typeface="+mn-lt"/>
          <a:ea typeface="+mn-ea"/>
          <a:cs typeface="+mn-cs"/>
        </a:defRPr>
      </a:lvl6pPr>
      <a:lvl7pPr marL="4860127" algn="l" defTabSz="1620042" rtl="0" eaLnBrk="1" latinLnBrk="0" hangingPunct="1">
        <a:defRPr sz="3189" kern="1200">
          <a:solidFill>
            <a:schemeClr val="tx1"/>
          </a:solidFill>
          <a:latin typeface="+mn-lt"/>
          <a:ea typeface="+mn-ea"/>
          <a:cs typeface="+mn-cs"/>
        </a:defRPr>
      </a:lvl7pPr>
      <a:lvl8pPr marL="5670149" algn="l" defTabSz="1620042" rtl="0" eaLnBrk="1" latinLnBrk="0" hangingPunct="1">
        <a:defRPr sz="3189" kern="1200">
          <a:solidFill>
            <a:schemeClr val="tx1"/>
          </a:solidFill>
          <a:latin typeface="+mn-lt"/>
          <a:ea typeface="+mn-ea"/>
          <a:cs typeface="+mn-cs"/>
        </a:defRPr>
      </a:lvl8pPr>
      <a:lvl9pPr marL="6480170" algn="l" defTabSz="1620042" rtl="0" eaLnBrk="1" latinLnBrk="0" hangingPunct="1">
        <a:defRPr sz="318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17" Type="http://schemas.openxmlformats.org/officeDocument/2006/relationships/image" Target="../media/image50.png"/><Relationship Id="rId21" Type="http://schemas.openxmlformats.org/officeDocument/2006/relationships/tags" Target="../tags/tag21.xml"/><Relationship Id="rId42" Type="http://schemas.openxmlformats.org/officeDocument/2006/relationships/tags" Target="../tags/tag42.xml"/><Relationship Id="rId63" Type="http://schemas.openxmlformats.org/officeDocument/2006/relationships/tags" Target="../tags/tag63.xml"/><Relationship Id="rId84" Type="http://schemas.openxmlformats.org/officeDocument/2006/relationships/image" Target="../media/image17.png"/><Relationship Id="rId16" Type="http://schemas.openxmlformats.org/officeDocument/2006/relationships/tags" Target="../tags/tag16.xml"/><Relationship Id="rId107" Type="http://schemas.openxmlformats.org/officeDocument/2006/relationships/image" Target="../media/image40.png"/><Relationship Id="rId11" Type="http://schemas.openxmlformats.org/officeDocument/2006/relationships/tags" Target="../tags/tag11.xml"/><Relationship Id="rId32" Type="http://schemas.openxmlformats.org/officeDocument/2006/relationships/tags" Target="../tags/tag32.xml"/><Relationship Id="rId37" Type="http://schemas.openxmlformats.org/officeDocument/2006/relationships/tags" Target="../tags/tag37.xml"/><Relationship Id="rId53" Type="http://schemas.openxmlformats.org/officeDocument/2006/relationships/tags" Target="../tags/tag53.xml"/><Relationship Id="rId58" Type="http://schemas.openxmlformats.org/officeDocument/2006/relationships/tags" Target="../tags/tag58.xml"/><Relationship Id="rId74" Type="http://schemas.openxmlformats.org/officeDocument/2006/relationships/image" Target="../media/image7.png"/><Relationship Id="rId79" Type="http://schemas.openxmlformats.org/officeDocument/2006/relationships/image" Target="../media/image12.png"/><Relationship Id="rId102" Type="http://schemas.openxmlformats.org/officeDocument/2006/relationships/image" Target="../media/image35.png"/><Relationship Id="rId123" Type="http://schemas.openxmlformats.org/officeDocument/2006/relationships/image" Target="../media/image56.png"/><Relationship Id="rId128" Type="http://schemas.openxmlformats.org/officeDocument/2006/relationships/image" Target="../media/image61.png"/><Relationship Id="rId5" Type="http://schemas.openxmlformats.org/officeDocument/2006/relationships/tags" Target="../tags/tag5.xml"/><Relationship Id="rId90" Type="http://schemas.openxmlformats.org/officeDocument/2006/relationships/image" Target="../media/image23.png"/><Relationship Id="rId95" Type="http://schemas.openxmlformats.org/officeDocument/2006/relationships/image" Target="../media/image28.png"/><Relationship Id="rId22" Type="http://schemas.openxmlformats.org/officeDocument/2006/relationships/tags" Target="../tags/tag22.xml"/><Relationship Id="rId27" Type="http://schemas.openxmlformats.org/officeDocument/2006/relationships/tags" Target="../tags/tag27.xml"/><Relationship Id="rId43" Type="http://schemas.openxmlformats.org/officeDocument/2006/relationships/tags" Target="../tags/tag43.xml"/><Relationship Id="rId48" Type="http://schemas.openxmlformats.org/officeDocument/2006/relationships/tags" Target="../tags/tag48.xml"/><Relationship Id="rId64" Type="http://schemas.openxmlformats.org/officeDocument/2006/relationships/tags" Target="../tags/tag64.xml"/><Relationship Id="rId69" Type="http://schemas.openxmlformats.org/officeDocument/2006/relationships/image" Target="../media/image2.png"/><Relationship Id="rId113" Type="http://schemas.openxmlformats.org/officeDocument/2006/relationships/image" Target="../media/image46.png"/><Relationship Id="rId118" Type="http://schemas.openxmlformats.org/officeDocument/2006/relationships/image" Target="../media/image51.png"/><Relationship Id="rId80" Type="http://schemas.openxmlformats.org/officeDocument/2006/relationships/image" Target="../media/image13.png"/><Relationship Id="rId85" Type="http://schemas.openxmlformats.org/officeDocument/2006/relationships/image" Target="../media/image18.png"/><Relationship Id="rId12" Type="http://schemas.openxmlformats.org/officeDocument/2006/relationships/tags" Target="../tags/tag12.xml"/><Relationship Id="rId17" Type="http://schemas.openxmlformats.org/officeDocument/2006/relationships/tags" Target="../tags/tag17.xml"/><Relationship Id="rId33" Type="http://schemas.openxmlformats.org/officeDocument/2006/relationships/tags" Target="../tags/tag33.xml"/><Relationship Id="rId38" Type="http://schemas.openxmlformats.org/officeDocument/2006/relationships/tags" Target="../tags/tag38.xml"/><Relationship Id="rId59" Type="http://schemas.openxmlformats.org/officeDocument/2006/relationships/tags" Target="../tags/tag59.xml"/><Relationship Id="rId103" Type="http://schemas.openxmlformats.org/officeDocument/2006/relationships/image" Target="../media/image36.png"/><Relationship Id="rId108" Type="http://schemas.openxmlformats.org/officeDocument/2006/relationships/image" Target="../media/image41.png"/><Relationship Id="rId124" Type="http://schemas.openxmlformats.org/officeDocument/2006/relationships/image" Target="../media/image57.png"/><Relationship Id="rId129" Type="http://schemas.openxmlformats.org/officeDocument/2006/relationships/image" Target="../media/image62.png"/><Relationship Id="rId54" Type="http://schemas.openxmlformats.org/officeDocument/2006/relationships/tags" Target="../tags/tag54.xml"/><Relationship Id="rId70" Type="http://schemas.openxmlformats.org/officeDocument/2006/relationships/image" Target="../media/image3.png"/><Relationship Id="rId75" Type="http://schemas.openxmlformats.org/officeDocument/2006/relationships/image" Target="../media/image8.png"/><Relationship Id="rId91" Type="http://schemas.openxmlformats.org/officeDocument/2006/relationships/image" Target="../media/image24.png"/><Relationship Id="rId96" Type="http://schemas.openxmlformats.org/officeDocument/2006/relationships/image" Target="../media/image29.png"/><Relationship Id="rId1" Type="http://schemas.openxmlformats.org/officeDocument/2006/relationships/tags" Target="../tags/tag1.xml"/><Relationship Id="rId6" Type="http://schemas.openxmlformats.org/officeDocument/2006/relationships/tags" Target="../tags/tag6.xml"/><Relationship Id="rId23" Type="http://schemas.openxmlformats.org/officeDocument/2006/relationships/tags" Target="../tags/tag23.xml"/><Relationship Id="rId28" Type="http://schemas.openxmlformats.org/officeDocument/2006/relationships/tags" Target="../tags/tag28.xml"/><Relationship Id="rId49" Type="http://schemas.openxmlformats.org/officeDocument/2006/relationships/tags" Target="../tags/tag49.xml"/><Relationship Id="rId114" Type="http://schemas.openxmlformats.org/officeDocument/2006/relationships/image" Target="../media/image47.png"/><Relationship Id="rId119" Type="http://schemas.openxmlformats.org/officeDocument/2006/relationships/image" Target="../media/image52.png"/><Relationship Id="rId44" Type="http://schemas.openxmlformats.org/officeDocument/2006/relationships/tags" Target="../tags/tag44.xml"/><Relationship Id="rId60" Type="http://schemas.openxmlformats.org/officeDocument/2006/relationships/tags" Target="../tags/tag60.xml"/><Relationship Id="rId65" Type="http://schemas.openxmlformats.org/officeDocument/2006/relationships/tags" Target="../tags/tag65.xml"/><Relationship Id="rId81" Type="http://schemas.openxmlformats.org/officeDocument/2006/relationships/image" Target="../media/image14.png"/><Relationship Id="rId86" Type="http://schemas.openxmlformats.org/officeDocument/2006/relationships/image" Target="../media/image19.png"/><Relationship Id="rId130" Type="http://schemas.openxmlformats.org/officeDocument/2006/relationships/image" Target="../media/image63.png"/><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 Id="rId109" Type="http://schemas.openxmlformats.org/officeDocument/2006/relationships/image" Target="../media/image42.png"/><Relationship Id="rId34" Type="http://schemas.openxmlformats.org/officeDocument/2006/relationships/tags" Target="../tags/tag34.xml"/><Relationship Id="rId50" Type="http://schemas.openxmlformats.org/officeDocument/2006/relationships/tags" Target="../tags/tag50.xml"/><Relationship Id="rId55" Type="http://schemas.openxmlformats.org/officeDocument/2006/relationships/tags" Target="../tags/tag55.xml"/><Relationship Id="rId76" Type="http://schemas.openxmlformats.org/officeDocument/2006/relationships/image" Target="../media/image9.png"/><Relationship Id="rId97" Type="http://schemas.openxmlformats.org/officeDocument/2006/relationships/image" Target="../media/image30.png"/><Relationship Id="rId104" Type="http://schemas.openxmlformats.org/officeDocument/2006/relationships/image" Target="../media/image37.png"/><Relationship Id="rId120" Type="http://schemas.openxmlformats.org/officeDocument/2006/relationships/image" Target="../media/image53.png"/><Relationship Id="rId125" Type="http://schemas.openxmlformats.org/officeDocument/2006/relationships/image" Target="../media/image58.png"/><Relationship Id="rId7" Type="http://schemas.openxmlformats.org/officeDocument/2006/relationships/tags" Target="../tags/tag7.xml"/><Relationship Id="rId71" Type="http://schemas.openxmlformats.org/officeDocument/2006/relationships/image" Target="../media/image4.png"/><Relationship Id="rId92" Type="http://schemas.openxmlformats.org/officeDocument/2006/relationships/image" Target="../media/image25.png"/><Relationship Id="rId2" Type="http://schemas.openxmlformats.org/officeDocument/2006/relationships/tags" Target="../tags/tag2.xml"/><Relationship Id="rId29" Type="http://schemas.openxmlformats.org/officeDocument/2006/relationships/tags" Target="../tags/tag29.xml"/><Relationship Id="rId24" Type="http://schemas.openxmlformats.org/officeDocument/2006/relationships/tags" Target="../tags/tag24.xml"/><Relationship Id="rId40" Type="http://schemas.openxmlformats.org/officeDocument/2006/relationships/tags" Target="../tags/tag40.xml"/><Relationship Id="rId45" Type="http://schemas.openxmlformats.org/officeDocument/2006/relationships/tags" Target="../tags/tag45.xml"/><Relationship Id="rId66" Type="http://schemas.openxmlformats.org/officeDocument/2006/relationships/slideLayout" Target="../slideLayouts/slideLayout1.xml"/><Relationship Id="rId87" Type="http://schemas.openxmlformats.org/officeDocument/2006/relationships/image" Target="../media/image20.png"/><Relationship Id="rId110" Type="http://schemas.openxmlformats.org/officeDocument/2006/relationships/image" Target="../media/image43.png"/><Relationship Id="rId115" Type="http://schemas.openxmlformats.org/officeDocument/2006/relationships/image" Target="../media/image48.png"/><Relationship Id="rId131" Type="http://schemas.openxmlformats.org/officeDocument/2006/relationships/image" Target="../media/image64.png"/><Relationship Id="rId61" Type="http://schemas.openxmlformats.org/officeDocument/2006/relationships/tags" Target="../tags/tag61.xml"/><Relationship Id="rId82" Type="http://schemas.openxmlformats.org/officeDocument/2006/relationships/image" Target="../media/image15.png"/><Relationship Id="rId19" Type="http://schemas.openxmlformats.org/officeDocument/2006/relationships/tags" Target="../tags/tag19.xml"/><Relationship Id="rId14" Type="http://schemas.openxmlformats.org/officeDocument/2006/relationships/tags" Target="../tags/tag14.xml"/><Relationship Id="rId30" Type="http://schemas.openxmlformats.org/officeDocument/2006/relationships/tags" Target="../tags/tag30.xml"/><Relationship Id="rId35" Type="http://schemas.openxmlformats.org/officeDocument/2006/relationships/tags" Target="../tags/tag35.xml"/><Relationship Id="rId56" Type="http://schemas.openxmlformats.org/officeDocument/2006/relationships/tags" Target="../tags/tag56.xml"/><Relationship Id="rId77" Type="http://schemas.openxmlformats.org/officeDocument/2006/relationships/image" Target="../media/image10.png"/><Relationship Id="rId100" Type="http://schemas.openxmlformats.org/officeDocument/2006/relationships/image" Target="../media/image33.png"/><Relationship Id="rId105" Type="http://schemas.openxmlformats.org/officeDocument/2006/relationships/image" Target="../media/image38.png"/><Relationship Id="rId126" Type="http://schemas.openxmlformats.org/officeDocument/2006/relationships/image" Target="../media/image59.png"/><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image" Target="../media/image5.png"/><Relationship Id="rId93" Type="http://schemas.openxmlformats.org/officeDocument/2006/relationships/image" Target="../media/image26.png"/><Relationship Id="rId98" Type="http://schemas.openxmlformats.org/officeDocument/2006/relationships/image" Target="../media/image31.png"/><Relationship Id="rId121" Type="http://schemas.openxmlformats.org/officeDocument/2006/relationships/image" Target="../media/image54.png"/><Relationship Id="rId3" Type="http://schemas.openxmlformats.org/officeDocument/2006/relationships/tags" Target="../tags/tag3.xml"/><Relationship Id="rId25" Type="http://schemas.openxmlformats.org/officeDocument/2006/relationships/tags" Target="../tags/tag25.xml"/><Relationship Id="rId46" Type="http://schemas.openxmlformats.org/officeDocument/2006/relationships/tags" Target="../tags/tag46.xml"/><Relationship Id="rId67" Type="http://schemas.openxmlformats.org/officeDocument/2006/relationships/notesSlide" Target="../notesSlides/notesSlide1.xml"/><Relationship Id="rId116" Type="http://schemas.openxmlformats.org/officeDocument/2006/relationships/image" Target="../media/image49.png"/><Relationship Id="rId20" Type="http://schemas.openxmlformats.org/officeDocument/2006/relationships/tags" Target="../tags/tag20.xml"/><Relationship Id="rId41" Type="http://schemas.openxmlformats.org/officeDocument/2006/relationships/tags" Target="../tags/tag41.xml"/><Relationship Id="rId62" Type="http://schemas.openxmlformats.org/officeDocument/2006/relationships/tags" Target="../tags/tag62.xml"/><Relationship Id="rId83" Type="http://schemas.openxmlformats.org/officeDocument/2006/relationships/image" Target="../media/image16.png"/><Relationship Id="rId88" Type="http://schemas.openxmlformats.org/officeDocument/2006/relationships/image" Target="../media/image21.png"/><Relationship Id="rId111" Type="http://schemas.openxmlformats.org/officeDocument/2006/relationships/image" Target="../media/image44.png"/><Relationship Id="rId132" Type="http://schemas.openxmlformats.org/officeDocument/2006/relationships/image" Target="../media/image65.png"/><Relationship Id="rId15" Type="http://schemas.openxmlformats.org/officeDocument/2006/relationships/tags" Target="../tags/tag15.xml"/><Relationship Id="rId36" Type="http://schemas.openxmlformats.org/officeDocument/2006/relationships/tags" Target="../tags/tag36.xml"/><Relationship Id="rId57" Type="http://schemas.openxmlformats.org/officeDocument/2006/relationships/tags" Target="../tags/tag57.xml"/><Relationship Id="rId106" Type="http://schemas.openxmlformats.org/officeDocument/2006/relationships/image" Target="../media/image39.png"/><Relationship Id="rId127" Type="http://schemas.openxmlformats.org/officeDocument/2006/relationships/image" Target="../media/image60.png"/><Relationship Id="rId10" Type="http://schemas.openxmlformats.org/officeDocument/2006/relationships/tags" Target="../tags/tag10.xml"/><Relationship Id="rId31" Type="http://schemas.openxmlformats.org/officeDocument/2006/relationships/tags" Target="../tags/tag31.xml"/><Relationship Id="rId52" Type="http://schemas.openxmlformats.org/officeDocument/2006/relationships/tags" Target="../tags/tag52.xml"/><Relationship Id="rId73" Type="http://schemas.openxmlformats.org/officeDocument/2006/relationships/image" Target="../media/image6.png"/><Relationship Id="rId78" Type="http://schemas.openxmlformats.org/officeDocument/2006/relationships/image" Target="../media/image11.png"/><Relationship Id="rId94" Type="http://schemas.openxmlformats.org/officeDocument/2006/relationships/image" Target="../media/image27.png"/><Relationship Id="rId99" Type="http://schemas.openxmlformats.org/officeDocument/2006/relationships/image" Target="../media/image32.png"/><Relationship Id="rId101" Type="http://schemas.openxmlformats.org/officeDocument/2006/relationships/image" Target="../media/image34.png"/><Relationship Id="rId122" Type="http://schemas.openxmlformats.org/officeDocument/2006/relationships/image" Target="../media/image55.png"/><Relationship Id="rId4" Type="http://schemas.openxmlformats.org/officeDocument/2006/relationships/tags" Target="../tags/tag4.xml"/><Relationship Id="rId9" Type="http://schemas.openxmlformats.org/officeDocument/2006/relationships/tags" Target="../tags/tag9.xml"/><Relationship Id="rId26" Type="http://schemas.openxmlformats.org/officeDocument/2006/relationships/tags" Target="../tags/tag26.xml"/><Relationship Id="rId47" Type="http://schemas.openxmlformats.org/officeDocument/2006/relationships/tags" Target="../tags/tag47.xml"/><Relationship Id="rId68" Type="http://schemas.openxmlformats.org/officeDocument/2006/relationships/image" Target="../media/image1.png"/><Relationship Id="rId89" Type="http://schemas.openxmlformats.org/officeDocument/2006/relationships/image" Target="../media/image22.png"/><Relationship Id="rId112" Type="http://schemas.openxmlformats.org/officeDocument/2006/relationships/image" Target="../media/image45.png"/><Relationship Id="rId133" Type="http://schemas.openxmlformats.org/officeDocument/2006/relationships/image" Target="../media/image66.png"/></Relationships>
</file>

<file path=ppt/slides/_rels/slide2.xml.rels><?xml version="1.0" encoding="UTF-8" standalone="yes"?>
<Relationships xmlns="http://schemas.openxmlformats.org/package/2006/relationships"><Relationship Id="rId8" Type="http://schemas.openxmlformats.org/officeDocument/2006/relationships/tags" Target="../tags/tag73.xml"/><Relationship Id="rId13" Type="http://schemas.openxmlformats.org/officeDocument/2006/relationships/image" Target="../media/image68.png"/><Relationship Id="rId18" Type="http://schemas.openxmlformats.org/officeDocument/2006/relationships/image" Target="../media/image73.png"/><Relationship Id="rId3" Type="http://schemas.openxmlformats.org/officeDocument/2006/relationships/tags" Target="../tags/tag68.xml"/><Relationship Id="rId21" Type="http://schemas.openxmlformats.org/officeDocument/2006/relationships/image" Target="../media/image76.png"/><Relationship Id="rId7" Type="http://schemas.openxmlformats.org/officeDocument/2006/relationships/tags" Target="../tags/tag72.xml"/><Relationship Id="rId12" Type="http://schemas.openxmlformats.org/officeDocument/2006/relationships/image" Target="../media/image67.png"/><Relationship Id="rId17" Type="http://schemas.openxmlformats.org/officeDocument/2006/relationships/image" Target="../media/image72.png"/><Relationship Id="rId2" Type="http://schemas.openxmlformats.org/officeDocument/2006/relationships/tags" Target="../tags/tag67.xml"/><Relationship Id="rId16" Type="http://schemas.openxmlformats.org/officeDocument/2006/relationships/image" Target="../media/image71.png"/><Relationship Id="rId20" Type="http://schemas.openxmlformats.org/officeDocument/2006/relationships/image" Target="../media/image75.png"/><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slideLayout" Target="../slideLayouts/slideLayout1.xml"/><Relationship Id="rId5" Type="http://schemas.openxmlformats.org/officeDocument/2006/relationships/tags" Target="../tags/tag70.xml"/><Relationship Id="rId15" Type="http://schemas.openxmlformats.org/officeDocument/2006/relationships/image" Target="../media/image70.png"/><Relationship Id="rId10" Type="http://schemas.openxmlformats.org/officeDocument/2006/relationships/tags" Target="../tags/tag75.xml"/><Relationship Id="rId19" Type="http://schemas.openxmlformats.org/officeDocument/2006/relationships/image" Target="../media/image74.png"/><Relationship Id="rId4" Type="http://schemas.openxmlformats.org/officeDocument/2006/relationships/tags" Target="../tags/tag69.xml"/><Relationship Id="rId9" Type="http://schemas.openxmlformats.org/officeDocument/2006/relationships/tags" Target="../tags/tag74.xml"/><Relationship Id="rId14" Type="http://schemas.openxmlformats.org/officeDocument/2006/relationships/image" Target="../media/image69.png"/></Relationships>
</file>

<file path=ppt/slides/_rels/slide3.xml.rels><?xml version="1.0" encoding="UTF-8" standalone="yes"?>
<Relationships xmlns="http://schemas.openxmlformats.org/package/2006/relationships"><Relationship Id="rId117" Type="http://schemas.openxmlformats.org/officeDocument/2006/relationships/image" Target="../media/image111.png"/><Relationship Id="rId21" Type="http://schemas.openxmlformats.org/officeDocument/2006/relationships/tags" Target="../tags/tag96.xml"/><Relationship Id="rId42" Type="http://schemas.openxmlformats.org/officeDocument/2006/relationships/tags" Target="../tags/tag117.xml"/><Relationship Id="rId63" Type="http://schemas.openxmlformats.org/officeDocument/2006/relationships/tags" Target="../tags/tag138.xml"/><Relationship Id="rId84" Type="http://schemas.openxmlformats.org/officeDocument/2006/relationships/image" Target="../media/image78.png"/><Relationship Id="rId138" Type="http://schemas.openxmlformats.org/officeDocument/2006/relationships/image" Target="../media/image132.png"/><Relationship Id="rId107" Type="http://schemas.openxmlformats.org/officeDocument/2006/relationships/image" Target="../media/image101.png"/><Relationship Id="rId11" Type="http://schemas.openxmlformats.org/officeDocument/2006/relationships/tags" Target="../tags/tag86.xml"/><Relationship Id="rId32" Type="http://schemas.openxmlformats.org/officeDocument/2006/relationships/tags" Target="../tags/tag107.xml"/><Relationship Id="rId53" Type="http://schemas.openxmlformats.org/officeDocument/2006/relationships/tags" Target="../tags/tag128.xml"/><Relationship Id="rId74" Type="http://schemas.openxmlformats.org/officeDocument/2006/relationships/tags" Target="../tags/tag149.xml"/><Relationship Id="rId128" Type="http://schemas.openxmlformats.org/officeDocument/2006/relationships/image" Target="../media/image122.png"/><Relationship Id="rId149" Type="http://schemas.openxmlformats.org/officeDocument/2006/relationships/image" Target="../media/image143.png"/><Relationship Id="rId5" Type="http://schemas.openxmlformats.org/officeDocument/2006/relationships/tags" Target="../tags/tag80.xml"/><Relationship Id="rId95" Type="http://schemas.openxmlformats.org/officeDocument/2006/relationships/image" Target="../media/image89.png"/><Relationship Id="rId22" Type="http://schemas.openxmlformats.org/officeDocument/2006/relationships/tags" Target="../tags/tag97.xml"/><Relationship Id="rId43" Type="http://schemas.openxmlformats.org/officeDocument/2006/relationships/tags" Target="../tags/tag118.xml"/><Relationship Id="rId64" Type="http://schemas.openxmlformats.org/officeDocument/2006/relationships/tags" Target="../tags/tag139.xml"/><Relationship Id="rId118" Type="http://schemas.openxmlformats.org/officeDocument/2006/relationships/image" Target="../media/image112.png"/><Relationship Id="rId139" Type="http://schemas.openxmlformats.org/officeDocument/2006/relationships/image" Target="../media/image133.png"/><Relationship Id="rId80" Type="http://schemas.openxmlformats.org/officeDocument/2006/relationships/notesSlide" Target="../notesSlides/notesSlide2.xml"/><Relationship Id="rId85" Type="http://schemas.openxmlformats.org/officeDocument/2006/relationships/image" Target="../media/image79.png"/><Relationship Id="rId150" Type="http://schemas.openxmlformats.org/officeDocument/2006/relationships/image" Target="../media/image144.png"/><Relationship Id="rId155" Type="http://schemas.openxmlformats.org/officeDocument/2006/relationships/image" Target="../media/image149.png"/><Relationship Id="rId12" Type="http://schemas.openxmlformats.org/officeDocument/2006/relationships/tags" Target="../tags/tag87.xml"/><Relationship Id="rId17" Type="http://schemas.openxmlformats.org/officeDocument/2006/relationships/tags" Target="../tags/tag92.xml"/><Relationship Id="rId33" Type="http://schemas.openxmlformats.org/officeDocument/2006/relationships/tags" Target="../tags/tag108.xml"/><Relationship Id="rId38" Type="http://schemas.openxmlformats.org/officeDocument/2006/relationships/tags" Target="../tags/tag113.xml"/><Relationship Id="rId59" Type="http://schemas.openxmlformats.org/officeDocument/2006/relationships/tags" Target="../tags/tag134.xml"/><Relationship Id="rId103" Type="http://schemas.openxmlformats.org/officeDocument/2006/relationships/image" Target="../media/image97.png"/><Relationship Id="rId108" Type="http://schemas.openxmlformats.org/officeDocument/2006/relationships/image" Target="../media/image102.png"/><Relationship Id="rId124" Type="http://schemas.openxmlformats.org/officeDocument/2006/relationships/image" Target="../media/image118.png"/><Relationship Id="rId129" Type="http://schemas.openxmlformats.org/officeDocument/2006/relationships/image" Target="../media/image123.png"/><Relationship Id="rId54" Type="http://schemas.openxmlformats.org/officeDocument/2006/relationships/tags" Target="../tags/tag129.xml"/><Relationship Id="rId70" Type="http://schemas.openxmlformats.org/officeDocument/2006/relationships/tags" Target="../tags/tag145.xml"/><Relationship Id="rId75" Type="http://schemas.openxmlformats.org/officeDocument/2006/relationships/tags" Target="../tags/tag150.xml"/><Relationship Id="rId91" Type="http://schemas.openxmlformats.org/officeDocument/2006/relationships/image" Target="../media/image85.png"/><Relationship Id="rId96" Type="http://schemas.openxmlformats.org/officeDocument/2006/relationships/image" Target="../media/image90.png"/><Relationship Id="rId140" Type="http://schemas.openxmlformats.org/officeDocument/2006/relationships/image" Target="../media/image134.png"/><Relationship Id="rId145" Type="http://schemas.openxmlformats.org/officeDocument/2006/relationships/image" Target="../media/image139.png"/><Relationship Id="rId1" Type="http://schemas.openxmlformats.org/officeDocument/2006/relationships/tags" Target="../tags/tag76.xml"/><Relationship Id="rId6" Type="http://schemas.openxmlformats.org/officeDocument/2006/relationships/tags" Target="../tags/tag81.xml"/><Relationship Id="rId23" Type="http://schemas.openxmlformats.org/officeDocument/2006/relationships/tags" Target="../tags/tag98.xml"/><Relationship Id="rId28" Type="http://schemas.openxmlformats.org/officeDocument/2006/relationships/tags" Target="../tags/tag103.xml"/><Relationship Id="rId49" Type="http://schemas.openxmlformats.org/officeDocument/2006/relationships/tags" Target="../tags/tag124.xml"/><Relationship Id="rId114" Type="http://schemas.openxmlformats.org/officeDocument/2006/relationships/image" Target="../media/image108.png"/><Relationship Id="rId119" Type="http://schemas.openxmlformats.org/officeDocument/2006/relationships/image" Target="../media/image113.png"/><Relationship Id="rId44" Type="http://schemas.openxmlformats.org/officeDocument/2006/relationships/tags" Target="../tags/tag119.xml"/><Relationship Id="rId60" Type="http://schemas.openxmlformats.org/officeDocument/2006/relationships/tags" Target="../tags/tag135.xml"/><Relationship Id="rId65" Type="http://schemas.openxmlformats.org/officeDocument/2006/relationships/tags" Target="../tags/tag140.xml"/><Relationship Id="rId81" Type="http://schemas.openxmlformats.org/officeDocument/2006/relationships/image" Target="../media/image77.png"/><Relationship Id="rId86" Type="http://schemas.openxmlformats.org/officeDocument/2006/relationships/image" Target="../media/image80.png"/><Relationship Id="rId130" Type="http://schemas.openxmlformats.org/officeDocument/2006/relationships/image" Target="../media/image124.png"/><Relationship Id="rId135" Type="http://schemas.openxmlformats.org/officeDocument/2006/relationships/image" Target="../media/image129.png"/><Relationship Id="rId151" Type="http://schemas.openxmlformats.org/officeDocument/2006/relationships/image" Target="../media/image145.png"/><Relationship Id="rId156" Type="http://schemas.openxmlformats.org/officeDocument/2006/relationships/image" Target="../media/image150.png"/><Relationship Id="rId13" Type="http://schemas.openxmlformats.org/officeDocument/2006/relationships/tags" Target="../tags/tag88.xml"/><Relationship Id="rId18" Type="http://schemas.openxmlformats.org/officeDocument/2006/relationships/tags" Target="../tags/tag93.xml"/><Relationship Id="rId39" Type="http://schemas.openxmlformats.org/officeDocument/2006/relationships/tags" Target="../tags/tag114.xml"/><Relationship Id="rId109" Type="http://schemas.openxmlformats.org/officeDocument/2006/relationships/image" Target="../media/image103.png"/><Relationship Id="rId34" Type="http://schemas.openxmlformats.org/officeDocument/2006/relationships/tags" Target="../tags/tag109.xml"/><Relationship Id="rId50" Type="http://schemas.openxmlformats.org/officeDocument/2006/relationships/tags" Target="../tags/tag125.xml"/><Relationship Id="rId55" Type="http://schemas.openxmlformats.org/officeDocument/2006/relationships/tags" Target="../tags/tag130.xml"/><Relationship Id="rId76" Type="http://schemas.openxmlformats.org/officeDocument/2006/relationships/tags" Target="../tags/tag151.xml"/><Relationship Id="rId97" Type="http://schemas.openxmlformats.org/officeDocument/2006/relationships/image" Target="../media/image91.png"/><Relationship Id="rId104" Type="http://schemas.openxmlformats.org/officeDocument/2006/relationships/image" Target="../media/image98.png"/><Relationship Id="rId120" Type="http://schemas.openxmlformats.org/officeDocument/2006/relationships/image" Target="../media/image114.png"/><Relationship Id="rId125" Type="http://schemas.openxmlformats.org/officeDocument/2006/relationships/image" Target="../media/image119.png"/><Relationship Id="rId141" Type="http://schemas.openxmlformats.org/officeDocument/2006/relationships/image" Target="../media/image135.png"/><Relationship Id="rId146" Type="http://schemas.openxmlformats.org/officeDocument/2006/relationships/image" Target="../media/image140.png"/><Relationship Id="rId7" Type="http://schemas.openxmlformats.org/officeDocument/2006/relationships/tags" Target="../tags/tag82.xml"/><Relationship Id="rId71" Type="http://schemas.openxmlformats.org/officeDocument/2006/relationships/tags" Target="../tags/tag146.xml"/><Relationship Id="rId92" Type="http://schemas.openxmlformats.org/officeDocument/2006/relationships/image" Target="../media/image86.png"/><Relationship Id="rId2" Type="http://schemas.openxmlformats.org/officeDocument/2006/relationships/tags" Target="../tags/tag77.xml"/><Relationship Id="rId29" Type="http://schemas.openxmlformats.org/officeDocument/2006/relationships/tags" Target="../tags/tag104.xml"/><Relationship Id="rId24" Type="http://schemas.openxmlformats.org/officeDocument/2006/relationships/tags" Target="../tags/tag99.xml"/><Relationship Id="rId40" Type="http://schemas.openxmlformats.org/officeDocument/2006/relationships/tags" Target="../tags/tag115.xml"/><Relationship Id="rId45" Type="http://schemas.openxmlformats.org/officeDocument/2006/relationships/tags" Target="../tags/tag120.xml"/><Relationship Id="rId66" Type="http://schemas.openxmlformats.org/officeDocument/2006/relationships/tags" Target="../tags/tag141.xml"/><Relationship Id="rId87" Type="http://schemas.openxmlformats.org/officeDocument/2006/relationships/image" Target="../media/image81.png"/><Relationship Id="rId110" Type="http://schemas.openxmlformats.org/officeDocument/2006/relationships/image" Target="../media/image104.png"/><Relationship Id="rId115" Type="http://schemas.openxmlformats.org/officeDocument/2006/relationships/image" Target="../media/image109.png"/><Relationship Id="rId131" Type="http://schemas.openxmlformats.org/officeDocument/2006/relationships/image" Target="../media/image125.png"/><Relationship Id="rId136" Type="http://schemas.openxmlformats.org/officeDocument/2006/relationships/image" Target="../media/image130.png"/><Relationship Id="rId157" Type="http://schemas.openxmlformats.org/officeDocument/2006/relationships/image" Target="../media/image47.png"/><Relationship Id="rId61" Type="http://schemas.openxmlformats.org/officeDocument/2006/relationships/tags" Target="../tags/tag136.xml"/><Relationship Id="rId82" Type="http://schemas.openxmlformats.org/officeDocument/2006/relationships/image" Target="../media/image3.png"/><Relationship Id="rId152" Type="http://schemas.openxmlformats.org/officeDocument/2006/relationships/image" Target="../media/image146.png"/><Relationship Id="rId19" Type="http://schemas.openxmlformats.org/officeDocument/2006/relationships/tags" Target="../tags/tag94.xml"/><Relationship Id="rId14" Type="http://schemas.openxmlformats.org/officeDocument/2006/relationships/tags" Target="../tags/tag89.xml"/><Relationship Id="rId30" Type="http://schemas.openxmlformats.org/officeDocument/2006/relationships/tags" Target="../tags/tag105.xml"/><Relationship Id="rId35" Type="http://schemas.openxmlformats.org/officeDocument/2006/relationships/tags" Target="../tags/tag110.xml"/><Relationship Id="rId56" Type="http://schemas.openxmlformats.org/officeDocument/2006/relationships/tags" Target="../tags/tag131.xml"/><Relationship Id="rId77" Type="http://schemas.openxmlformats.org/officeDocument/2006/relationships/tags" Target="../tags/tag152.xml"/><Relationship Id="rId100" Type="http://schemas.openxmlformats.org/officeDocument/2006/relationships/image" Target="../media/image94.png"/><Relationship Id="rId105" Type="http://schemas.openxmlformats.org/officeDocument/2006/relationships/image" Target="../media/image99.png"/><Relationship Id="rId126" Type="http://schemas.openxmlformats.org/officeDocument/2006/relationships/image" Target="../media/image120.png"/><Relationship Id="rId147" Type="http://schemas.openxmlformats.org/officeDocument/2006/relationships/image" Target="../media/image141.png"/><Relationship Id="rId8" Type="http://schemas.openxmlformats.org/officeDocument/2006/relationships/tags" Target="../tags/tag83.xml"/><Relationship Id="rId51" Type="http://schemas.openxmlformats.org/officeDocument/2006/relationships/tags" Target="../tags/tag126.xml"/><Relationship Id="rId72" Type="http://schemas.openxmlformats.org/officeDocument/2006/relationships/tags" Target="../tags/tag147.xml"/><Relationship Id="rId93" Type="http://schemas.openxmlformats.org/officeDocument/2006/relationships/image" Target="../media/image87.png"/><Relationship Id="rId98" Type="http://schemas.openxmlformats.org/officeDocument/2006/relationships/image" Target="../media/image92.png"/><Relationship Id="rId121" Type="http://schemas.openxmlformats.org/officeDocument/2006/relationships/image" Target="../media/image115.png"/><Relationship Id="rId142" Type="http://schemas.openxmlformats.org/officeDocument/2006/relationships/image" Target="../media/image136.png"/><Relationship Id="rId3" Type="http://schemas.openxmlformats.org/officeDocument/2006/relationships/tags" Target="../tags/tag78.xml"/><Relationship Id="rId25" Type="http://schemas.openxmlformats.org/officeDocument/2006/relationships/tags" Target="../tags/tag100.xml"/><Relationship Id="rId46" Type="http://schemas.openxmlformats.org/officeDocument/2006/relationships/tags" Target="../tags/tag121.xml"/><Relationship Id="rId67" Type="http://schemas.openxmlformats.org/officeDocument/2006/relationships/tags" Target="../tags/tag142.xml"/><Relationship Id="rId116" Type="http://schemas.openxmlformats.org/officeDocument/2006/relationships/image" Target="../media/image110.png"/><Relationship Id="rId137" Type="http://schemas.openxmlformats.org/officeDocument/2006/relationships/image" Target="../media/image131.png"/><Relationship Id="rId158" Type="http://schemas.openxmlformats.org/officeDocument/2006/relationships/image" Target="../media/image151.png"/><Relationship Id="rId20" Type="http://schemas.openxmlformats.org/officeDocument/2006/relationships/tags" Target="../tags/tag95.xml"/><Relationship Id="rId41" Type="http://schemas.openxmlformats.org/officeDocument/2006/relationships/tags" Target="../tags/tag116.xml"/><Relationship Id="rId62" Type="http://schemas.openxmlformats.org/officeDocument/2006/relationships/tags" Target="../tags/tag137.xml"/><Relationship Id="rId83" Type="http://schemas.openxmlformats.org/officeDocument/2006/relationships/image" Target="../media/image4.png"/><Relationship Id="rId88" Type="http://schemas.openxmlformats.org/officeDocument/2006/relationships/image" Target="../media/image82.png"/><Relationship Id="rId111" Type="http://schemas.openxmlformats.org/officeDocument/2006/relationships/image" Target="../media/image105.png"/><Relationship Id="rId132" Type="http://schemas.openxmlformats.org/officeDocument/2006/relationships/image" Target="../media/image126.png"/><Relationship Id="rId153" Type="http://schemas.openxmlformats.org/officeDocument/2006/relationships/image" Target="../media/image147.png"/><Relationship Id="rId15" Type="http://schemas.openxmlformats.org/officeDocument/2006/relationships/tags" Target="../tags/tag90.xml"/><Relationship Id="rId36" Type="http://schemas.openxmlformats.org/officeDocument/2006/relationships/tags" Target="../tags/tag111.xml"/><Relationship Id="rId57" Type="http://schemas.openxmlformats.org/officeDocument/2006/relationships/tags" Target="../tags/tag132.xml"/><Relationship Id="rId106" Type="http://schemas.openxmlformats.org/officeDocument/2006/relationships/image" Target="../media/image100.png"/><Relationship Id="rId127" Type="http://schemas.openxmlformats.org/officeDocument/2006/relationships/image" Target="../media/image121.png"/><Relationship Id="rId10" Type="http://schemas.openxmlformats.org/officeDocument/2006/relationships/tags" Target="../tags/tag85.xml"/><Relationship Id="rId31" Type="http://schemas.openxmlformats.org/officeDocument/2006/relationships/tags" Target="../tags/tag106.xml"/><Relationship Id="rId52" Type="http://schemas.openxmlformats.org/officeDocument/2006/relationships/tags" Target="../tags/tag127.xml"/><Relationship Id="rId73" Type="http://schemas.openxmlformats.org/officeDocument/2006/relationships/tags" Target="../tags/tag148.xml"/><Relationship Id="rId78" Type="http://schemas.openxmlformats.org/officeDocument/2006/relationships/tags" Target="../tags/tag153.xml"/><Relationship Id="rId94" Type="http://schemas.openxmlformats.org/officeDocument/2006/relationships/image" Target="../media/image88.png"/><Relationship Id="rId99" Type="http://schemas.openxmlformats.org/officeDocument/2006/relationships/image" Target="../media/image93.png"/><Relationship Id="rId101" Type="http://schemas.openxmlformats.org/officeDocument/2006/relationships/image" Target="../media/image95.png"/><Relationship Id="rId122" Type="http://schemas.openxmlformats.org/officeDocument/2006/relationships/image" Target="../media/image116.png"/><Relationship Id="rId143" Type="http://schemas.openxmlformats.org/officeDocument/2006/relationships/image" Target="../media/image137.png"/><Relationship Id="rId148" Type="http://schemas.openxmlformats.org/officeDocument/2006/relationships/image" Target="../media/image142.png"/><Relationship Id="rId4" Type="http://schemas.openxmlformats.org/officeDocument/2006/relationships/tags" Target="../tags/tag79.xml"/><Relationship Id="rId9" Type="http://schemas.openxmlformats.org/officeDocument/2006/relationships/tags" Target="../tags/tag84.xml"/><Relationship Id="rId26" Type="http://schemas.openxmlformats.org/officeDocument/2006/relationships/tags" Target="../tags/tag101.xml"/><Relationship Id="rId47" Type="http://schemas.openxmlformats.org/officeDocument/2006/relationships/tags" Target="../tags/tag122.xml"/><Relationship Id="rId68" Type="http://schemas.openxmlformats.org/officeDocument/2006/relationships/tags" Target="../tags/tag143.xml"/><Relationship Id="rId89" Type="http://schemas.openxmlformats.org/officeDocument/2006/relationships/image" Target="../media/image83.png"/><Relationship Id="rId112" Type="http://schemas.openxmlformats.org/officeDocument/2006/relationships/image" Target="../media/image106.png"/><Relationship Id="rId133" Type="http://schemas.openxmlformats.org/officeDocument/2006/relationships/image" Target="../media/image127.png"/><Relationship Id="rId154" Type="http://schemas.openxmlformats.org/officeDocument/2006/relationships/image" Target="../media/image148.png"/><Relationship Id="rId16" Type="http://schemas.openxmlformats.org/officeDocument/2006/relationships/tags" Target="../tags/tag91.xml"/><Relationship Id="rId37" Type="http://schemas.openxmlformats.org/officeDocument/2006/relationships/tags" Target="../tags/tag112.xml"/><Relationship Id="rId58" Type="http://schemas.openxmlformats.org/officeDocument/2006/relationships/tags" Target="../tags/tag133.xml"/><Relationship Id="rId79" Type="http://schemas.openxmlformats.org/officeDocument/2006/relationships/slideLayout" Target="../slideLayouts/slideLayout1.xml"/><Relationship Id="rId102" Type="http://schemas.openxmlformats.org/officeDocument/2006/relationships/image" Target="../media/image96.png"/><Relationship Id="rId123" Type="http://schemas.openxmlformats.org/officeDocument/2006/relationships/image" Target="../media/image117.png"/><Relationship Id="rId144" Type="http://schemas.openxmlformats.org/officeDocument/2006/relationships/image" Target="../media/image138.png"/><Relationship Id="rId90" Type="http://schemas.openxmlformats.org/officeDocument/2006/relationships/image" Target="../media/image84.png"/><Relationship Id="rId27" Type="http://schemas.openxmlformats.org/officeDocument/2006/relationships/tags" Target="../tags/tag102.xml"/><Relationship Id="rId48" Type="http://schemas.openxmlformats.org/officeDocument/2006/relationships/tags" Target="../tags/tag123.xml"/><Relationship Id="rId69" Type="http://schemas.openxmlformats.org/officeDocument/2006/relationships/tags" Target="../tags/tag144.xml"/><Relationship Id="rId113" Type="http://schemas.openxmlformats.org/officeDocument/2006/relationships/image" Target="../media/image107.png"/><Relationship Id="rId134" Type="http://schemas.openxmlformats.org/officeDocument/2006/relationships/image" Target="../media/image1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7EB4C52-2526-4457-8CAA-D7EAC8F37860}"/>
              </a:ext>
            </a:extLst>
          </p:cNvPr>
          <p:cNvSpPr txBox="1"/>
          <p:nvPr/>
        </p:nvSpPr>
        <p:spPr>
          <a:xfrm>
            <a:off x="167431" y="129533"/>
            <a:ext cx="7943036" cy="445828"/>
          </a:xfrm>
          <a:prstGeom prst="rect">
            <a:avLst/>
          </a:prstGeom>
          <a:noFill/>
        </p:spPr>
        <p:txBody>
          <a:bodyPr wrap="square" rtlCol="0">
            <a:spAutoFit/>
          </a:bodyPr>
          <a:lstStyle/>
          <a:p>
            <a:r>
              <a:rPr lang="en-US" altLang="zh-CN" sz="2297" b="1" dirty="0">
                <a:latin typeface="Georgia" panose="02040502050405020303" pitchFamily="18" charset="0"/>
              </a:rPr>
              <a:t>Computation Flowchart – Transformed Dynamics</a:t>
            </a:r>
            <a:endParaRPr lang="zh-CN" altLang="en-US" sz="2297" b="1" dirty="0">
              <a:latin typeface="Georgia" panose="02040502050405020303" pitchFamily="18" charset="0"/>
            </a:endParaRPr>
          </a:p>
        </p:txBody>
      </p:sp>
      <p:pic>
        <p:nvPicPr>
          <p:cNvPr id="116" name="Picture 115" descr="\documentclass{article}&#10;\usepackage{amsmath}&#10;\pagestyle{empty}&#10;\begin{document}&#10;&#10;$&#10;\dot{\boldsymbol{r}}_{0i}^{0}(\boldsymbol{q})&#10;= \boldsymbol{A}_i \dot{\boldsymbol{q}} &#10;$&#10;&#10;&#10;\end{document}" title="IguanaTex Bitmap Display">
            <a:extLst>
              <a:ext uri="{FF2B5EF4-FFF2-40B4-BE49-F238E27FC236}">
                <a16:creationId xmlns:a16="http://schemas.microsoft.com/office/drawing/2014/main" id="{A24DA258-8AA4-4E72-A738-EBDA7F539D92}"/>
              </a:ext>
            </a:extLst>
          </p:cNvPr>
          <p:cNvPicPr>
            <a:picLocks noChangeAspect="1"/>
          </p:cNvPicPr>
          <p:nvPr>
            <p:custDataLst>
              <p:tags r:id="rId1"/>
            </p:custDataLst>
          </p:nvPr>
        </p:nvPicPr>
        <p:blipFill>
          <a:blip r:embed="rId68">
            <a:extLst>
              <a:ext uri="{28A0092B-C50C-407E-A947-70E740481C1C}">
                <a14:useLocalDpi xmlns:a14="http://schemas.microsoft.com/office/drawing/2010/main" val="0"/>
              </a:ext>
            </a:extLst>
          </a:blip>
          <a:stretch>
            <a:fillRect/>
          </a:stretch>
        </p:blipFill>
        <p:spPr>
          <a:xfrm>
            <a:off x="10009979" y="13642198"/>
            <a:ext cx="1389283" cy="286935"/>
          </a:xfrm>
          <a:prstGeom prst="rect">
            <a:avLst/>
          </a:prstGeom>
        </p:spPr>
      </p:pic>
      <p:pic>
        <p:nvPicPr>
          <p:cNvPr id="89" name="Picture 88" descr="\documentclass{article}&#10;\usepackage{amsmath}&#10;\pagestyle{empty}&#10;\begin{document}&#10;&#10;$&#10;\boldsymbol{R}_{i}^{0}(\boldsymbol{q})&#10;= \begin{cases}&#10;\boldsymbol{I}_{3}, &#10;&amp; i = 0. \\&#10;\displaystyle \prod_{j=1}^{i} \boldsymbol{R}_{j}^{j-1}(q_j) = \boldsymbol{R}_{1}^{0}(q_1) \boldsymbol{R}_{2}^{1}(q_2) \cdots \boldsymbol{R}_{i}^{i-1}(q_{i}),&#10;&amp; i = 1,\ldots,n.&#10;\end{cases}&#10;$&#10;&#10;&#10;\end{document}" title="IguanaTex Bitmap Display">
            <a:extLst>
              <a:ext uri="{FF2B5EF4-FFF2-40B4-BE49-F238E27FC236}">
                <a16:creationId xmlns:a16="http://schemas.microsoft.com/office/drawing/2014/main" id="{807B079A-CCC1-4222-8992-645E287ED675}"/>
              </a:ext>
            </a:extLst>
          </p:cNvPr>
          <p:cNvPicPr>
            <a:picLocks noChangeAspect="1"/>
          </p:cNvPicPr>
          <p:nvPr>
            <p:custDataLst>
              <p:tags r:id="rId2"/>
            </p:custDataLst>
          </p:nvPr>
        </p:nvPicPr>
        <p:blipFill>
          <a:blip r:embed="rId69">
            <a:extLst>
              <a:ext uri="{28A0092B-C50C-407E-A947-70E740481C1C}">
                <a14:useLocalDpi xmlns:a14="http://schemas.microsoft.com/office/drawing/2010/main" val="0"/>
              </a:ext>
            </a:extLst>
          </a:blip>
          <a:stretch>
            <a:fillRect/>
          </a:stretch>
        </p:blipFill>
        <p:spPr>
          <a:xfrm>
            <a:off x="274525" y="4749245"/>
            <a:ext cx="7167472" cy="1171154"/>
          </a:xfrm>
          <a:prstGeom prst="rect">
            <a:avLst/>
          </a:prstGeom>
        </p:spPr>
      </p:pic>
      <p:cxnSp>
        <p:nvCxnSpPr>
          <p:cNvPr id="45" name="Straight Connector 44">
            <a:extLst>
              <a:ext uri="{FF2B5EF4-FFF2-40B4-BE49-F238E27FC236}">
                <a16:creationId xmlns:a16="http://schemas.microsoft.com/office/drawing/2014/main" id="{B8E50649-F7CB-4675-9EE0-E1E8ABD6206F}"/>
              </a:ext>
            </a:extLst>
          </p:cNvPr>
          <p:cNvCxnSpPr>
            <a:cxnSpLocks/>
          </p:cNvCxnSpPr>
          <p:nvPr/>
        </p:nvCxnSpPr>
        <p:spPr>
          <a:xfrm>
            <a:off x="150764" y="814480"/>
            <a:ext cx="9057350" cy="1"/>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49" name="Picture 48" descr="\documentclass{article}&#10;\usepackage{amsmath}&#10;\pagestyle{empty}&#10;\begin{document}&#10;&#10;$&#10;\boldsymbol{X}&#10;=&#10;\left(&#10;\boldsymbol{r}_0,&#10;\boldsymbol{R}_0,&#10;\boldsymbol{q}&#10;\right)&#10;$&#10;&#10;&#10;\end{document}" title="IguanaTex Bitmap Display">
            <a:extLst>
              <a:ext uri="{FF2B5EF4-FFF2-40B4-BE49-F238E27FC236}">
                <a16:creationId xmlns:a16="http://schemas.microsoft.com/office/drawing/2014/main" id="{AD427376-BB5F-4DAC-9643-FAA98F431B14}"/>
              </a:ext>
            </a:extLst>
          </p:cNvPr>
          <p:cNvPicPr>
            <a:picLocks noChangeAspect="1"/>
          </p:cNvPicPr>
          <p:nvPr>
            <p:custDataLst>
              <p:tags r:id="rId3"/>
            </p:custDataLst>
          </p:nvPr>
        </p:nvPicPr>
        <p:blipFill>
          <a:blip r:embed="rId70">
            <a:extLst>
              <a:ext uri="{28A0092B-C50C-407E-A947-70E740481C1C}">
                <a14:useLocalDpi xmlns:a14="http://schemas.microsoft.com/office/drawing/2010/main" val="0"/>
              </a:ext>
            </a:extLst>
          </a:blip>
          <a:stretch>
            <a:fillRect/>
          </a:stretch>
        </p:blipFill>
        <p:spPr>
          <a:xfrm>
            <a:off x="454535" y="1660277"/>
            <a:ext cx="1657185" cy="247407"/>
          </a:xfrm>
          <a:prstGeom prst="rect">
            <a:avLst/>
          </a:prstGeom>
        </p:spPr>
      </p:pic>
      <p:pic>
        <p:nvPicPr>
          <p:cNvPr id="52" name="Picture 51" descr="\documentclass{article}&#10;\usepackage{amsmath}&#10;\pagestyle{empty}&#10;\begin{document}&#10;&#10;$&#10;\boldsymbol{V}&#10;= \begin{bmatrix}&#10;{\boldsymbol{v}_0}^T &amp;&#10;{\boldsymbol{\omega}_0}^T &amp;&#10;{\dot{\boldsymbol{q}}}^T&#10;\end{bmatrix}^T&#10;$&#10;&#10;&#10;\end{document}" title="IguanaTex Bitmap Display">
            <a:extLst>
              <a:ext uri="{FF2B5EF4-FFF2-40B4-BE49-F238E27FC236}">
                <a16:creationId xmlns:a16="http://schemas.microsoft.com/office/drawing/2014/main" id="{88BEF808-75DC-435C-A93B-C2BFE9938A85}"/>
              </a:ext>
            </a:extLst>
          </p:cNvPr>
          <p:cNvPicPr>
            <a:picLocks noChangeAspect="1"/>
          </p:cNvPicPr>
          <p:nvPr>
            <p:custDataLst>
              <p:tags r:id="rId4"/>
            </p:custDataLst>
          </p:nvPr>
        </p:nvPicPr>
        <p:blipFill>
          <a:blip r:embed="rId71">
            <a:extLst>
              <a:ext uri="{28A0092B-C50C-407E-A947-70E740481C1C}">
                <a14:useLocalDpi xmlns:a14="http://schemas.microsoft.com/office/drawing/2010/main" val="0"/>
              </a:ext>
            </a:extLst>
          </a:blip>
          <a:stretch>
            <a:fillRect/>
          </a:stretch>
        </p:blipFill>
        <p:spPr>
          <a:xfrm>
            <a:off x="2602928" y="1604603"/>
            <a:ext cx="2510666" cy="360131"/>
          </a:xfrm>
          <a:prstGeom prst="rect">
            <a:avLst/>
          </a:prstGeom>
        </p:spPr>
      </p:pic>
      <p:sp>
        <p:nvSpPr>
          <p:cNvPr id="53" name="TextBox 52">
            <a:extLst>
              <a:ext uri="{FF2B5EF4-FFF2-40B4-BE49-F238E27FC236}">
                <a16:creationId xmlns:a16="http://schemas.microsoft.com/office/drawing/2014/main" id="{7EEFD5BB-9C85-46F9-B03B-F7D1B3224068}"/>
              </a:ext>
            </a:extLst>
          </p:cNvPr>
          <p:cNvSpPr txBox="1"/>
          <p:nvPr/>
        </p:nvSpPr>
        <p:spPr>
          <a:xfrm>
            <a:off x="249411" y="1070636"/>
            <a:ext cx="2985712" cy="445828"/>
          </a:xfrm>
          <a:prstGeom prst="rect">
            <a:avLst/>
          </a:prstGeom>
          <a:noFill/>
        </p:spPr>
        <p:txBody>
          <a:bodyPr wrap="square" rtlCol="0">
            <a:spAutoFit/>
          </a:bodyPr>
          <a:lstStyle/>
          <a:p>
            <a:r>
              <a:rPr lang="en-US" altLang="zh-CN" sz="2297" b="1" dirty="0">
                <a:latin typeface="Georgia" panose="02040502050405020303" pitchFamily="18" charset="0"/>
              </a:rPr>
              <a:t>System state</a:t>
            </a:r>
            <a:endParaRPr lang="zh-CN" altLang="en-US" sz="2297" b="1" dirty="0">
              <a:latin typeface="Georgia" panose="02040502050405020303" pitchFamily="18" charset="0"/>
            </a:endParaRPr>
          </a:p>
        </p:txBody>
      </p:sp>
      <p:sp>
        <p:nvSpPr>
          <p:cNvPr id="54" name="TextBox 53">
            <a:extLst>
              <a:ext uri="{FF2B5EF4-FFF2-40B4-BE49-F238E27FC236}">
                <a16:creationId xmlns:a16="http://schemas.microsoft.com/office/drawing/2014/main" id="{8C75B0DE-AD76-40B5-801E-29C0FD3102E8}"/>
              </a:ext>
            </a:extLst>
          </p:cNvPr>
          <p:cNvSpPr txBox="1"/>
          <p:nvPr/>
        </p:nvSpPr>
        <p:spPr>
          <a:xfrm>
            <a:off x="5573639" y="1113571"/>
            <a:ext cx="5922963" cy="445828"/>
          </a:xfrm>
          <a:prstGeom prst="rect">
            <a:avLst/>
          </a:prstGeom>
          <a:noFill/>
        </p:spPr>
        <p:txBody>
          <a:bodyPr wrap="square" rtlCol="0">
            <a:spAutoFit/>
          </a:bodyPr>
          <a:lstStyle/>
          <a:p>
            <a:r>
              <a:rPr lang="en-US" altLang="zh-CN" sz="2297" b="1" dirty="0">
                <a:latin typeface="Georgia" panose="02040502050405020303" pitchFamily="18" charset="0"/>
              </a:rPr>
              <a:t>Inertia and geometry</a:t>
            </a:r>
            <a:endParaRPr lang="zh-CN" altLang="en-US" sz="2297" b="1" dirty="0">
              <a:latin typeface="Georgia" panose="02040502050405020303" pitchFamily="18" charset="0"/>
            </a:endParaRPr>
          </a:p>
        </p:txBody>
      </p:sp>
      <p:cxnSp>
        <p:nvCxnSpPr>
          <p:cNvPr id="55" name="Straight Connector 54">
            <a:extLst>
              <a:ext uri="{FF2B5EF4-FFF2-40B4-BE49-F238E27FC236}">
                <a16:creationId xmlns:a16="http://schemas.microsoft.com/office/drawing/2014/main" id="{393C61F6-4008-4B99-8A94-B538135C7BC3}"/>
              </a:ext>
            </a:extLst>
          </p:cNvPr>
          <p:cNvCxnSpPr>
            <a:cxnSpLocks/>
          </p:cNvCxnSpPr>
          <p:nvPr/>
        </p:nvCxnSpPr>
        <p:spPr>
          <a:xfrm>
            <a:off x="63225" y="4133242"/>
            <a:ext cx="16137213"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3" name="Picture 2" descr="\documentclass{article}&#10;\usepackage{amsmath}&#10;\pagestyle{empty}&#10;\begin{document}&#10;&#10;$&#10;\dot{\boldsymbol{J}}_{\omega_i}^{q}(\boldsymbol{q})&#10;= \begin{cases}&#10;\boldsymbol{0}_{3 \times n},&#10;&amp; i=0.&#10;\\&#10;\begin{bmatrix}&#10;\dot{\boldsymbol{h}}_{1}^{0}&#10;&amp; \dot{\boldsymbol{h}}_{2}^{0}&#10;&amp; \cdots&#10;&amp; \dot{\boldsymbol{h}}_{i}^{0}&#10;&amp; \boldsymbol{0}_3&#10;&amp; \cdots&#10;&amp; \boldsymbol{0}_3&#10;\end{bmatrix},&#10;&amp; i=1,\ldots,n.&#10;\end{cases}&#10;$&#10;&#10;&#10;\end{document}" title="IguanaTex Bitmap Display">
            <a:extLst>
              <a:ext uri="{FF2B5EF4-FFF2-40B4-BE49-F238E27FC236}">
                <a16:creationId xmlns:a16="http://schemas.microsoft.com/office/drawing/2014/main" id="{D6B28B6F-92AA-4E7F-8276-547143E66704}"/>
              </a:ext>
            </a:extLst>
          </p:cNvPr>
          <p:cNvPicPr>
            <a:picLocks noChangeAspect="1"/>
          </p:cNvPicPr>
          <p:nvPr>
            <p:custDataLst>
              <p:tags r:id="rId5"/>
            </p:custDataLst>
          </p:nvPr>
        </p:nvPicPr>
        <p:blipFill>
          <a:blip r:embed="rId72">
            <a:extLst>
              <a:ext uri="{28A0092B-C50C-407E-A947-70E740481C1C}">
                <a14:useLocalDpi xmlns:a14="http://schemas.microsoft.com/office/drawing/2010/main" val="0"/>
              </a:ext>
            </a:extLst>
          </a:blip>
          <a:stretch>
            <a:fillRect/>
          </a:stretch>
        </p:blipFill>
        <p:spPr>
          <a:xfrm>
            <a:off x="454535" y="16419729"/>
            <a:ext cx="6491133" cy="762715"/>
          </a:xfrm>
          <a:prstGeom prst="rect">
            <a:avLst/>
          </a:prstGeom>
        </p:spPr>
      </p:pic>
      <p:pic>
        <p:nvPicPr>
          <p:cNvPr id="6" name="Picture 5" descr="\documentclass{article}&#10;\usepackage{amsmath}&#10;\pagestyle{empty}&#10;\begin{document}&#10;&#10;$&#10;\dot{\boldsymbol{h}}_i^0 &#10;= \begin{cases}&#10;\boldsymbol{0}, &amp; i = 0, \\&#10;\displaystyle\sum_{j=1}^{i-1} \hat{\boldsymbol{h}}_j^0 \boldsymbol{h}_i^0 \dot{q}_j, &amp; i = 1,\dots,n.&#10;\end{cases}&#10;$&#10;&#10;&#10;\end{document}" title="IguanaTex Bitmap Display">
            <a:extLst>
              <a:ext uri="{FF2B5EF4-FFF2-40B4-BE49-F238E27FC236}">
                <a16:creationId xmlns:a16="http://schemas.microsoft.com/office/drawing/2014/main" id="{7BA0926A-320D-4FEA-ABE4-76C0D420762F}"/>
              </a:ext>
            </a:extLst>
          </p:cNvPr>
          <p:cNvPicPr>
            <a:picLocks noChangeAspect="1"/>
          </p:cNvPicPr>
          <p:nvPr>
            <p:custDataLst>
              <p:tags r:id="rId6"/>
            </p:custDataLst>
          </p:nvPr>
        </p:nvPicPr>
        <p:blipFill>
          <a:blip r:embed="rId73">
            <a:extLst>
              <a:ext uri="{28A0092B-C50C-407E-A947-70E740481C1C}">
                <a14:useLocalDpi xmlns:a14="http://schemas.microsoft.com/office/drawing/2010/main" val="0"/>
              </a:ext>
            </a:extLst>
          </a:blip>
          <a:stretch>
            <a:fillRect/>
          </a:stretch>
        </p:blipFill>
        <p:spPr>
          <a:xfrm>
            <a:off x="541834" y="13233889"/>
            <a:ext cx="3522251" cy="1171159"/>
          </a:xfrm>
          <a:prstGeom prst="rect">
            <a:avLst/>
          </a:prstGeom>
        </p:spPr>
      </p:pic>
      <p:pic>
        <p:nvPicPr>
          <p:cNvPr id="103" name="Picture 102" descr="\documentclass{article}&#10;\usepackage{amsmath}&#10;\pagestyle{empty}&#10;\begin{document}&#10;&#10;$&#10;\boldsymbol{h}_i^0(\boldsymbol{q}) &#10;= \begin{cases}&#10;\boldsymbol{0}_{3},&#10;&amp; i=0.&#10;\\&#10;\boldsymbol{R}_{i-1}^0(\boldsymbol{q}) \boldsymbol{h}_i^{i-1},&#10;&amp; i=1,\ldots,n.&#10;\end{cases}&#10;$&#10;&#10;&#10;\end{document}" title="IguanaTex Bitmap Display">
            <a:extLst>
              <a:ext uri="{FF2B5EF4-FFF2-40B4-BE49-F238E27FC236}">
                <a16:creationId xmlns:a16="http://schemas.microsoft.com/office/drawing/2014/main" id="{78FBC4C0-F2B5-4E28-A0B7-25B39D8F4505}"/>
              </a:ext>
            </a:extLst>
          </p:cNvPr>
          <p:cNvPicPr>
            <a:picLocks noChangeAspect="1"/>
          </p:cNvPicPr>
          <p:nvPr>
            <p:custDataLst>
              <p:tags r:id="rId7"/>
            </p:custDataLst>
          </p:nvPr>
        </p:nvPicPr>
        <p:blipFill>
          <a:blip r:embed="rId74">
            <a:extLst>
              <a:ext uri="{28A0092B-C50C-407E-A947-70E740481C1C}">
                <a14:useLocalDpi xmlns:a14="http://schemas.microsoft.com/office/drawing/2010/main" val="0"/>
              </a:ext>
            </a:extLst>
          </a:blip>
          <a:stretch>
            <a:fillRect/>
          </a:stretch>
        </p:blipFill>
        <p:spPr>
          <a:xfrm>
            <a:off x="315600" y="7045433"/>
            <a:ext cx="4050736" cy="733437"/>
          </a:xfrm>
          <a:prstGeom prst="rect">
            <a:avLst/>
          </a:prstGeom>
        </p:spPr>
      </p:pic>
      <p:pic>
        <p:nvPicPr>
          <p:cNvPr id="107" name="Picture 106" descr="\documentclass{article}&#10;\usepackage{amsmath}&#10;\pagestyle{empty}&#10;\begin{document}&#10;&#10;$&#10;\boldsymbol{\omega}_i^0 &#10;= \begin{cases}&#10;\boldsymbol{\omega}_0, &#10;&amp; i=0.&#10;\\&#10;\boldsymbol{\omega}_0 + \boldsymbol{\omega}_{0i}^0, &#10;&amp; i=1,\ldots,n.&#10;\end{cases}&#10;$&#10;&#10;&#10;\end{document}" title="IguanaTex Bitmap Display">
            <a:extLst>
              <a:ext uri="{FF2B5EF4-FFF2-40B4-BE49-F238E27FC236}">
                <a16:creationId xmlns:a16="http://schemas.microsoft.com/office/drawing/2014/main" id="{75F92CD2-3400-4BBB-B384-786CB87AA5A9}"/>
              </a:ext>
            </a:extLst>
          </p:cNvPr>
          <p:cNvPicPr>
            <a:picLocks noChangeAspect="1"/>
          </p:cNvPicPr>
          <p:nvPr>
            <p:custDataLst>
              <p:tags r:id="rId8"/>
            </p:custDataLst>
          </p:nvPr>
        </p:nvPicPr>
        <p:blipFill>
          <a:blip r:embed="rId75">
            <a:extLst>
              <a:ext uri="{28A0092B-C50C-407E-A947-70E740481C1C}">
                <a14:useLocalDpi xmlns:a14="http://schemas.microsoft.com/office/drawing/2010/main" val="0"/>
              </a:ext>
            </a:extLst>
          </a:blip>
          <a:stretch>
            <a:fillRect/>
          </a:stretch>
        </p:blipFill>
        <p:spPr>
          <a:xfrm>
            <a:off x="506160" y="19863570"/>
            <a:ext cx="3336330" cy="733437"/>
          </a:xfrm>
          <a:prstGeom prst="rect">
            <a:avLst/>
          </a:prstGeom>
        </p:spPr>
      </p:pic>
      <p:pic>
        <p:nvPicPr>
          <p:cNvPr id="112" name="Picture 111" descr="\documentclass{article}&#10;\usepackage{amsmath}&#10;\pagestyle{empty}&#10;\begin{document}&#10;&#10;$&#10;\boldsymbol{\omega}_{0i}^0&#10;= \begin{cases}&#10;\boldsymbol{0}_{3},&#10;&amp; i=0.&#10;\\&#10;\displaystyle  \boldsymbol{J}_{\omega_i}^q(\boldsymbol{q}) \dot{\boldsymbol{q}},&#10;&amp; i=1,\ldots,n.&#10;\end{cases}&#10;$&#10;&#10;&#10;\end{document}" title="IguanaTex Bitmap Display">
            <a:extLst>
              <a:ext uri="{FF2B5EF4-FFF2-40B4-BE49-F238E27FC236}">
                <a16:creationId xmlns:a16="http://schemas.microsoft.com/office/drawing/2014/main" id="{24CADDF3-9551-427B-BD04-3CD2DEC17127}"/>
              </a:ext>
            </a:extLst>
          </p:cNvPr>
          <p:cNvPicPr>
            <a:picLocks noChangeAspect="1"/>
          </p:cNvPicPr>
          <p:nvPr>
            <p:custDataLst>
              <p:tags r:id="rId9"/>
            </p:custDataLst>
          </p:nvPr>
        </p:nvPicPr>
        <p:blipFill>
          <a:blip r:embed="rId76">
            <a:extLst>
              <a:ext uri="{28A0092B-C50C-407E-A947-70E740481C1C}">
                <a14:useLocalDpi xmlns:a14="http://schemas.microsoft.com/office/drawing/2010/main" val="0"/>
              </a:ext>
            </a:extLst>
          </a:blip>
          <a:stretch>
            <a:fillRect/>
          </a:stretch>
        </p:blipFill>
        <p:spPr>
          <a:xfrm>
            <a:off x="496243" y="18235517"/>
            <a:ext cx="3314369" cy="733435"/>
          </a:xfrm>
          <a:prstGeom prst="rect">
            <a:avLst/>
          </a:prstGeom>
        </p:spPr>
      </p:pic>
      <p:pic>
        <p:nvPicPr>
          <p:cNvPr id="101" name="Picture 100" descr="\documentclass{article}&#10;\usepackage{amsmath}&#10;\pagestyle{empty}&#10;\begin{document}&#10;&#10;$&#10;\boldsymbol{J}_{\omega_i}^q(\boldsymbol{q})&#10;= \begin{cases}&#10;\boldsymbol{0}_{3 \times n},&#10;&amp; i=0.&#10;\\&#10;\begin{bmatrix}&#10;\boldsymbol{h}_1^0(\boldsymbol{q}) &amp;&#10;\boldsymbol{h}_2^0(\boldsymbol{q}) &amp;&#10;\cdots &amp;&#10;\boldsymbol{h}_i^0(\boldsymbol{q}) &amp;&#10;\boldsymbol{0} &amp;&#10;\cdots &amp;&#10;\boldsymbol{0}&#10;\end{bmatrix},&#10;&amp; i=1,\ldots,n.&#10;\end{cases}&#10;$&#10;&#10;&#10;\end{document}" title="IguanaTex Bitmap Display">
            <a:extLst>
              <a:ext uri="{FF2B5EF4-FFF2-40B4-BE49-F238E27FC236}">
                <a16:creationId xmlns:a16="http://schemas.microsoft.com/office/drawing/2014/main" id="{3ADC81A4-E658-450C-9D99-477D9523E12D}"/>
              </a:ext>
            </a:extLst>
          </p:cNvPr>
          <p:cNvPicPr>
            <a:picLocks noChangeAspect="1"/>
          </p:cNvPicPr>
          <p:nvPr>
            <p:custDataLst>
              <p:tags r:id="rId10"/>
            </p:custDataLst>
          </p:nvPr>
        </p:nvPicPr>
        <p:blipFill>
          <a:blip r:embed="rId77">
            <a:extLst>
              <a:ext uri="{28A0092B-C50C-407E-A947-70E740481C1C}">
                <a14:useLocalDpi xmlns:a14="http://schemas.microsoft.com/office/drawing/2010/main" val="0"/>
              </a:ext>
            </a:extLst>
          </a:blip>
          <a:stretch>
            <a:fillRect/>
          </a:stretch>
        </p:blipFill>
        <p:spPr>
          <a:xfrm>
            <a:off x="454535" y="14710561"/>
            <a:ext cx="7262627" cy="762715"/>
          </a:xfrm>
          <a:prstGeom prst="rect">
            <a:avLst/>
          </a:prstGeom>
        </p:spPr>
      </p:pic>
      <p:pic>
        <p:nvPicPr>
          <p:cNvPr id="194" name="Picture 193" descr="\documentclass{article}&#10;\usepackage{amsmath}&#10;\usepackage{color}&#10;\pagestyle{empty}&#10;\begin{document}&#10;&#10;$&#10;\displaystyle&#10;\boldsymbol{r}_{0c}^{0}(\boldsymbol{q})&#10;= \frac{1}{m} \sum_{i=1}^{n} m_i \boldsymbol{r}_{0i}^{0}(\boldsymbol{q})&#10;$&#10;&#10;&#10;\end{document}" title="IguanaTex Bitmap Display">
            <a:extLst>
              <a:ext uri="{FF2B5EF4-FFF2-40B4-BE49-F238E27FC236}">
                <a16:creationId xmlns:a16="http://schemas.microsoft.com/office/drawing/2014/main" id="{4BD5F648-D33F-4310-85B9-C3C9EFD2483B}"/>
              </a:ext>
            </a:extLst>
          </p:cNvPr>
          <p:cNvPicPr>
            <a:picLocks noChangeAspect="1"/>
          </p:cNvPicPr>
          <p:nvPr>
            <p:custDataLst>
              <p:tags r:id="rId11"/>
            </p:custDataLst>
          </p:nvPr>
        </p:nvPicPr>
        <p:blipFill>
          <a:blip r:embed="rId78">
            <a:extLst>
              <a:ext uri="{28A0092B-C50C-407E-A947-70E740481C1C}">
                <a14:useLocalDpi xmlns:a14="http://schemas.microsoft.com/office/drawing/2010/main" val="0"/>
              </a:ext>
            </a:extLst>
          </a:blip>
          <a:stretch>
            <a:fillRect/>
          </a:stretch>
        </p:blipFill>
        <p:spPr>
          <a:xfrm>
            <a:off x="274525" y="11297963"/>
            <a:ext cx="2601429" cy="671952"/>
          </a:xfrm>
          <a:prstGeom prst="rect">
            <a:avLst/>
          </a:prstGeom>
        </p:spPr>
      </p:pic>
      <p:sp>
        <p:nvSpPr>
          <p:cNvPr id="90" name="TextBox 89">
            <a:extLst>
              <a:ext uri="{FF2B5EF4-FFF2-40B4-BE49-F238E27FC236}">
                <a16:creationId xmlns:a16="http://schemas.microsoft.com/office/drawing/2014/main" id="{AD3860E9-9F59-4390-847D-B89A3FE3BED4}"/>
              </a:ext>
            </a:extLst>
          </p:cNvPr>
          <p:cNvSpPr txBox="1"/>
          <p:nvPr/>
        </p:nvSpPr>
        <p:spPr>
          <a:xfrm>
            <a:off x="92084" y="4214042"/>
            <a:ext cx="4419760" cy="445828"/>
          </a:xfrm>
          <a:prstGeom prst="rect">
            <a:avLst/>
          </a:prstGeom>
          <a:noFill/>
        </p:spPr>
        <p:txBody>
          <a:bodyPr wrap="square" rtlCol="0">
            <a:spAutoFit/>
          </a:bodyPr>
          <a:lstStyle/>
          <a:p>
            <a:r>
              <a:rPr lang="en-US" altLang="zh-CN" sz="2297" b="1" dirty="0">
                <a:latin typeface="Georgia" panose="02040502050405020303" pitchFamily="18" charset="0"/>
              </a:rPr>
              <a:t>Kinematics – Translation</a:t>
            </a:r>
            <a:endParaRPr lang="zh-CN" altLang="en-US" sz="2297" b="1" dirty="0">
              <a:latin typeface="Georgia" panose="02040502050405020303" pitchFamily="18" charset="0"/>
            </a:endParaRPr>
          </a:p>
        </p:txBody>
      </p:sp>
      <p:pic>
        <p:nvPicPr>
          <p:cNvPr id="33" name="Picture 32" descr="\documentclass{article}&#10;\usepackage{amsmath}&#10;\usepackage{color}&#10;\pagestyle{empty}&#10;\begin{document}&#10;&#10;$&#10;\color{blue}&#10;\displaystyle&#10;\boldsymbol{A}&#10;:= \dfrac{\partial \boldsymbol{r}_{0c}^{0}}{\partial \boldsymbol{q}}&#10;= \dfrac{1}{m}\sum_{i=0}^{n}m_i\boldsymbol{A}_i&#10;$&#10;&#10;&#10;\end{document}" title="IguanaTex Bitmap Display">
            <a:extLst>
              <a:ext uri="{FF2B5EF4-FFF2-40B4-BE49-F238E27FC236}">
                <a16:creationId xmlns:a16="http://schemas.microsoft.com/office/drawing/2014/main" id="{56AEE606-19EC-45B9-B695-4F51B1B8C877}"/>
              </a:ext>
            </a:extLst>
          </p:cNvPr>
          <p:cNvPicPr>
            <a:picLocks noChangeAspect="1"/>
          </p:cNvPicPr>
          <p:nvPr>
            <p:custDataLst>
              <p:tags r:id="rId12"/>
            </p:custDataLst>
          </p:nvPr>
        </p:nvPicPr>
        <p:blipFill>
          <a:blip r:embed="rId79">
            <a:extLst>
              <a:ext uri="{28A0092B-C50C-407E-A947-70E740481C1C}">
                <a14:useLocalDpi xmlns:a14="http://schemas.microsoft.com/office/drawing/2010/main" val="0"/>
              </a:ext>
            </a:extLst>
          </a:blip>
          <a:stretch>
            <a:fillRect/>
          </a:stretch>
        </p:blipFill>
        <p:spPr>
          <a:xfrm>
            <a:off x="6644265" y="10191842"/>
            <a:ext cx="2722939" cy="673415"/>
          </a:xfrm>
          <a:prstGeom prst="rect">
            <a:avLst/>
          </a:prstGeom>
        </p:spPr>
      </p:pic>
      <p:pic>
        <p:nvPicPr>
          <p:cNvPr id="203" name="Picture 202" descr="\documentclass{article}&#10;\usepackage{amsmath}&#10;\usepackage{color}&#10;\pagestyle{empty}&#10;\begin{document}&#10;&#10;$&#10;\color{blue}&#10;\boldsymbol{d}_i^{0}&#10;= \boldsymbol{r}_{0i}^{0}&#10;- \boldsymbol{r}_{0c}^{0}&#10;$&#10;&#10;&#10;\end{document}" title="IguanaTex Bitmap Display">
            <a:extLst>
              <a:ext uri="{FF2B5EF4-FFF2-40B4-BE49-F238E27FC236}">
                <a16:creationId xmlns:a16="http://schemas.microsoft.com/office/drawing/2014/main" id="{C467410B-4B07-439B-9250-59CDC2AD0862}"/>
              </a:ext>
            </a:extLst>
          </p:cNvPr>
          <p:cNvPicPr>
            <a:picLocks noChangeAspect="1"/>
          </p:cNvPicPr>
          <p:nvPr>
            <p:custDataLst>
              <p:tags r:id="rId13"/>
            </p:custDataLst>
          </p:nvPr>
        </p:nvPicPr>
        <p:blipFill>
          <a:blip r:embed="rId80">
            <a:extLst>
              <a:ext uri="{28A0092B-C50C-407E-A947-70E740481C1C}">
                <a14:useLocalDpi xmlns:a14="http://schemas.microsoft.com/office/drawing/2010/main" val="0"/>
              </a:ext>
            </a:extLst>
          </a:blip>
          <a:stretch>
            <a:fillRect/>
          </a:stretch>
        </p:blipFill>
        <p:spPr>
          <a:xfrm>
            <a:off x="6644265" y="11779212"/>
            <a:ext cx="1503469" cy="292788"/>
          </a:xfrm>
          <a:prstGeom prst="rect">
            <a:avLst/>
          </a:prstGeom>
        </p:spPr>
      </p:pic>
      <p:pic>
        <p:nvPicPr>
          <p:cNvPr id="117" name="Picture 116" descr="\documentclass{article}&#10;\usepackage{amsmath}&#10;\usepackage{color}&#10;\pagestyle{empty}&#10;\begin{document}&#10;&#10;$&#10;\color{blue}&#10;\boldsymbol{I}_{i}^{0}&#10;= \boldsymbol{R}_{i}^{0} \boldsymbol{I}_{i}^{i} \boldsymbol{R}_{0}^{i}&#10;$&#10;&#10;&#10;\end{document}" title="IguanaTex Bitmap Display">
            <a:extLst>
              <a:ext uri="{FF2B5EF4-FFF2-40B4-BE49-F238E27FC236}">
                <a16:creationId xmlns:a16="http://schemas.microsoft.com/office/drawing/2014/main" id="{0611A65C-39E9-4E4F-8410-FAC391B880A7}"/>
              </a:ext>
            </a:extLst>
          </p:cNvPr>
          <p:cNvPicPr>
            <a:picLocks noChangeAspect="1"/>
          </p:cNvPicPr>
          <p:nvPr>
            <p:custDataLst>
              <p:tags r:id="rId14"/>
            </p:custDataLst>
          </p:nvPr>
        </p:nvPicPr>
        <p:blipFill>
          <a:blip r:embed="rId81">
            <a:extLst>
              <a:ext uri="{28A0092B-C50C-407E-A947-70E740481C1C}">
                <a14:useLocalDpi xmlns:a14="http://schemas.microsoft.com/office/drawing/2010/main" val="0"/>
              </a:ext>
            </a:extLst>
          </a:blip>
          <a:stretch>
            <a:fillRect/>
          </a:stretch>
        </p:blipFill>
        <p:spPr>
          <a:xfrm>
            <a:off x="9558595" y="6180309"/>
            <a:ext cx="1418561" cy="288397"/>
          </a:xfrm>
          <a:prstGeom prst="rect">
            <a:avLst/>
          </a:prstGeom>
        </p:spPr>
      </p:pic>
      <p:pic>
        <p:nvPicPr>
          <p:cNvPr id="219" name="Picture 218" descr="\documentclass{article}&#10;\usepackage{amsmath}&#10;\usepackage{color}&#10;\pagestyle{empty}&#10;\begin{document}&#10;&#10;$&#10;\color{blue}&#10;\dot{\tilde{\boldsymbol{A}}}_i &#10;= \dot{\boldsymbol{A}}_i - \dot{\boldsymbol{A}}&#10;$&#10;&#10;&#10;\end{document}" title="IguanaTex Bitmap Display">
            <a:extLst>
              <a:ext uri="{FF2B5EF4-FFF2-40B4-BE49-F238E27FC236}">
                <a16:creationId xmlns:a16="http://schemas.microsoft.com/office/drawing/2014/main" id="{141A6128-D42D-414E-91F5-5FB54BDD6DF2}"/>
              </a:ext>
            </a:extLst>
          </p:cNvPr>
          <p:cNvPicPr>
            <a:picLocks noChangeAspect="1"/>
          </p:cNvPicPr>
          <p:nvPr>
            <p:custDataLst>
              <p:tags r:id="rId15"/>
            </p:custDataLst>
          </p:nvPr>
        </p:nvPicPr>
        <p:blipFill>
          <a:blip r:embed="rId82">
            <a:extLst>
              <a:ext uri="{28A0092B-C50C-407E-A947-70E740481C1C}">
                <a14:useLocalDpi xmlns:a14="http://schemas.microsoft.com/office/drawing/2010/main" val="0"/>
              </a:ext>
            </a:extLst>
          </a:blip>
          <a:stretch>
            <a:fillRect/>
          </a:stretch>
        </p:blipFill>
        <p:spPr>
          <a:xfrm>
            <a:off x="5919760" y="20009281"/>
            <a:ext cx="1402459" cy="324996"/>
          </a:xfrm>
          <a:prstGeom prst="rect">
            <a:avLst/>
          </a:prstGeom>
        </p:spPr>
      </p:pic>
      <p:pic>
        <p:nvPicPr>
          <p:cNvPr id="217" name="Picture 216" descr="\documentclass{article}&#10;\usepackage{amsmath}&#10;\usepackage{color}&#10;\pagestyle{empty}&#10;\begin{document}&#10;&#10;$&#10;\color{blue}&#10;\tilde{\boldsymbol{A}}_i&#10;= \boldsymbol{A}_i-\boldsymbol{A}&#10;$&#10;&#10;&#10;\end{document}" title="IguanaTex Bitmap Display">
            <a:extLst>
              <a:ext uri="{FF2B5EF4-FFF2-40B4-BE49-F238E27FC236}">
                <a16:creationId xmlns:a16="http://schemas.microsoft.com/office/drawing/2014/main" id="{CD79C452-CEEE-465A-9750-384721A41373}"/>
              </a:ext>
            </a:extLst>
          </p:cNvPr>
          <p:cNvPicPr>
            <a:picLocks noChangeAspect="1"/>
          </p:cNvPicPr>
          <p:nvPr>
            <p:custDataLst>
              <p:tags r:id="rId16"/>
            </p:custDataLst>
          </p:nvPr>
        </p:nvPicPr>
        <p:blipFill>
          <a:blip r:embed="rId83">
            <a:extLst>
              <a:ext uri="{28A0092B-C50C-407E-A947-70E740481C1C}">
                <a14:useLocalDpi xmlns:a14="http://schemas.microsoft.com/office/drawing/2010/main" val="0"/>
              </a:ext>
            </a:extLst>
          </a:blip>
          <a:stretch>
            <a:fillRect/>
          </a:stretch>
        </p:blipFill>
        <p:spPr>
          <a:xfrm>
            <a:off x="6658322" y="11111978"/>
            <a:ext cx="1402459" cy="267902"/>
          </a:xfrm>
          <a:prstGeom prst="rect">
            <a:avLst/>
          </a:prstGeom>
        </p:spPr>
      </p:pic>
      <p:pic>
        <p:nvPicPr>
          <p:cNvPr id="169" name="Picture 168" descr="\documentclass{article}&#10;\usepackage{amsmath}&#10;\usepackage{color}&#10;\pagestyle{empty}&#10;\begin{document}&#10;&#10;$&#10;\color{blue}&#10;\tilde{\boldsymbol{C}}&#10;= \begin{bmatrix}&#10;\boldsymbol{0} &amp; \boldsymbol{0} &amp; \boldsymbol{0} \\&#10;\boldsymbol{0} &amp; \tilde{\boldsymbol{C}}_{r} &amp; \tilde{\boldsymbol{C}}_{r\rho} \\&#10;\boldsymbol{0} &amp; -\tilde{\boldsymbol{C}}_{r \rho }^T &amp; \tilde{\boldsymbol{C}}_{\rho}&#10;\end{bmatrix}&#10;$&#10;&#10;&#10;\end{document}" title="IguanaTex Bitmap Display">
            <a:extLst>
              <a:ext uri="{FF2B5EF4-FFF2-40B4-BE49-F238E27FC236}">
                <a16:creationId xmlns:a16="http://schemas.microsoft.com/office/drawing/2014/main" id="{46D23931-9ADC-4D3E-8091-F267CDCFF23D}"/>
              </a:ext>
            </a:extLst>
          </p:cNvPr>
          <p:cNvPicPr>
            <a:picLocks noChangeAspect="1"/>
          </p:cNvPicPr>
          <p:nvPr>
            <p:custDataLst>
              <p:tags r:id="rId17"/>
            </p:custDataLst>
          </p:nvPr>
        </p:nvPicPr>
        <p:blipFill>
          <a:blip r:embed="rId84">
            <a:extLst>
              <a:ext uri="{28A0092B-C50C-407E-A947-70E740481C1C}">
                <a14:useLocalDpi xmlns:a14="http://schemas.microsoft.com/office/drawing/2010/main" val="0"/>
              </a:ext>
            </a:extLst>
          </a:blip>
          <a:stretch>
            <a:fillRect/>
          </a:stretch>
        </p:blipFill>
        <p:spPr>
          <a:xfrm>
            <a:off x="651427" y="30635441"/>
            <a:ext cx="2438932" cy="1026226"/>
          </a:xfrm>
          <a:prstGeom prst="rect">
            <a:avLst/>
          </a:prstGeom>
        </p:spPr>
      </p:pic>
      <p:pic>
        <p:nvPicPr>
          <p:cNvPr id="171" name="Picture 170" descr="\documentclass{article}&#10;\usepackage{amsmath}&#10;\usepackage{color}&#10;\pagestyle{empty}&#10;\begin{document}&#10;&#10;$&#10;\color{blue}&#10;\begin{aligned}&#10;\tilde{\boldsymbol{C}}_{r}&#10;&amp; = \sum_{i=0}^{n} \Bigl[&#10;m_i \boldsymbol{L}_i^T \bigl( \hat{\boldsymbol{\omega}}_0 \boldsymbol{L}_i + \dot{\boldsymbol{L}}_i \bigr)&#10;+ \boldsymbol{W}_i^T \boldsymbol{I}_i^0 \dot{\boldsymbol{W}}_i&#10;+ \boldsymbol{W}_i^T \boldsymbol{\Xi}_i \boldsymbol{W}_i \Bigr]&#10;\\&#10;\tilde{\boldsymbol{C}}_{r\rho}&#10;&amp; = \sum_{i=0}^{n} \Bigl[&#10;m_i \boldsymbol{L}_i^T \bigl( \hat{\boldsymbol{\omega}}_0 \tilde{\boldsymbol{A}}_i + \dot{\tilde{\boldsymbol{A}}}_i \bigr)&#10;+ \boldsymbol{W}_i^T \boldsymbol{I}_i^0 \dot{\boldsymbol{J}}_{\omega_i}^{q}&#10;+ \boldsymbol{W}_i^T \boldsymbol{\Xi}_i \boldsymbol{J}_{\omega_i}^{q} \Bigr]&#10;\\&#10;\tilde{\boldsymbol{C}}_{\rho}&#10;&amp; = \sum_{i=0}^{n} \Bigl[&#10;m_i \tilde{\boldsymbol{A}}_i^T \bigl( \hat{\boldsymbol{\omega}}_0 \tilde{\boldsymbol{A}}_i + \dot{\tilde{\boldsymbol{A}}}_i \bigr)&#10;+ \bigl(\boldsymbol{J}_{\omega_i}^{q}\bigr)^T \boldsymbol{I}_i^0 \dot{\boldsymbol{J}}_{\omega_i}^{q}&#10;+ \bigl(\boldsymbol{J}_{\omega_i}^{q}\bigr)^T \boldsymbol{\Xi}_i \boldsymbol{J}_{\omega_i}^{q} \Bigr]&#10;\end{aligned}&#10;$&#10;&#10;&#10;\end{document}" title="IguanaTex Bitmap Display">
            <a:extLst>
              <a:ext uri="{FF2B5EF4-FFF2-40B4-BE49-F238E27FC236}">
                <a16:creationId xmlns:a16="http://schemas.microsoft.com/office/drawing/2014/main" id="{21648D60-04A6-457B-BB12-A52A77CC1360}"/>
              </a:ext>
            </a:extLst>
          </p:cNvPr>
          <p:cNvPicPr>
            <a:picLocks noChangeAspect="1"/>
          </p:cNvPicPr>
          <p:nvPr>
            <p:custDataLst>
              <p:tags r:id="rId18"/>
            </p:custDataLst>
          </p:nvPr>
        </p:nvPicPr>
        <p:blipFill>
          <a:blip r:embed="rId85">
            <a:extLst>
              <a:ext uri="{28A0092B-C50C-407E-A947-70E740481C1C}">
                <a14:useLocalDpi xmlns:a14="http://schemas.microsoft.com/office/drawing/2010/main" val="0"/>
              </a:ext>
            </a:extLst>
          </a:blip>
          <a:stretch>
            <a:fillRect/>
          </a:stretch>
        </p:blipFill>
        <p:spPr>
          <a:xfrm>
            <a:off x="3585187" y="30247013"/>
            <a:ext cx="6744391" cy="2294001"/>
          </a:xfrm>
          <a:prstGeom prst="rect">
            <a:avLst/>
          </a:prstGeom>
        </p:spPr>
      </p:pic>
      <p:pic>
        <p:nvPicPr>
          <p:cNvPr id="41" name="Picture 40" descr="\documentclass{article}&#10;\usepackage{amsmath}&#10;\usepackage{color}&#10;\pagestyle{empty}&#10;\begin{document}&#10;&#10;$&#10;\color{blue}&#10;\displaystyle&#10;\tilde{\boldsymbol{g}}&#10;= \begin{bmatrix} mg\boldsymbol{e}_3 \\ \boldsymbol{0} \\ \boldsymbol{0} \end{bmatrix}&#10;$&#10;&#10;&#10;\end{document}" title="IguanaTex Bitmap Display">
            <a:extLst>
              <a:ext uri="{FF2B5EF4-FFF2-40B4-BE49-F238E27FC236}">
                <a16:creationId xmlns:a16="http://schemas.microsoft.com/office/drawing/2014/main" id="{4C14A24C-D1B2-46F0-BC4D-164256C6F5F7}"/>
              </a:ext>
            </a:extLst>
          </p:cNvPr>
          <p:cNvPicPr>
            <a:picLocks noChangeAspect="1"/>
          </p:cNvPicPr>
          <p:nvPr>
            <p:custDataLst>
              <p:tags r:id="rId19"/>
            </p:custDataLst>
          </p:nvPr>
        </p:nvPicPr>
        <p:blipFill>
          <a:blip r:embed="rId86">
            <a:extLst>
              <a:ext uri="{28A0092B-C50C-407E-A947-70E740481C1C}">
                <a14:useLocalDpi xmlns:a14="http://schemas.microsoft.com/office/drawing/2010/main" val="0"/>
              </a:ext>
            </a:extLst>
          </a:blip>
          <a:stretch>
            <a:fillRect/>
          </a:stretch>
        </p:blipFill>
        <p:spPr>
          <a:xfrm>
            <a:off x="8491169" y="28629379"/>
            <a:ext cx="1295591" cy="879830"/>
          </a:xfrm>
          <a:prstGeom prst="rect">
            <a:avLst/>
          </a:prstGeom>
        </p:spPr>
      </p:pic>
      <p:sp>
        <p:nvSpPr>
          <p:cNvPr id="143" name="TextBox 142">
            <a:extLst>
              <a:ext uri="{FF2B5EF4-FFF2-40B4-BE49-F238E27FC236}">
                <a16:creationId xmlns:a16="http://schemas.microsoft.com/office/drawing/2014/main" id="{68AE91DD-BE45-4324-A747-4BCC356538F2}"/>
              </a:ext>
            </a:extLst>
          </p:cNvPr>
          <p:cNvSpPr txBox="1"/>
          <p:nvPr/>
        </p:nvSpPr>
        <p:spPr>
          <a:xfrm>
            <a:off x="311881" y="27852733"/>
            <a:ext cx="7010338" cy="445828"/>
          </a:xfrm>
          <a:prstGeom prst="rect">
            <a:avLst/>
          </a:prstGeom>
          <a:noFill/>
        </p:spPr>
        <p:txBody>
          <a:bodyPr wrap="square" rtlCol="0">
            <a:spAutoFit/>
          </a:bodyPr>
          <a:lstStyle/>
          <a:p>
            <a:r>
              <a:rPr lang="en-US" altLang="zh-CN" sz="2297" b="1" dirty="0">
                <a:latin typeface="Georgia" panose="02040502050405020303" pitchFamily="18" charset="0"/>
              </a:rPr>
              <a:t>Transformed Dynamic – Whole-body</a:t>
            </a:r>
            <a:endParaRPr lang="zh-CN" altLang="en-US" sz="2297" b="1" dirty="0">
              <a:latin typeface="Georgia" panose="02040502050405020303" pitchFamily="18" charset="0"/>
            </a:endParaRPr>
          </a:p>
        </p:txBody>
      </p:sp>
      <p:pic>
        <p:nvPicPr>
          <p:cNvPr id="9" name="Picture 8" descr="\documentclass{article}&#10;\usepackage{amsmath}&#10;\usepackage{color}&#10;\pagestyle{empty}&#10;\begin{document}&#10;&#10;$&#10;\color{blue}&#10;\begin{aligned}&#10;% (t,t)&#10;\tilde{\boldsymbol{M}}_{t} &#10;&amp;&#10;= m \boldsymbol{I}_3 &#10;\\&#10;% (r, r)&#10;\tilde{\boldsymbol{M}}_{r}&#10;&amp;&#10;= \sum_{i=0}^{n} \Bigl( m_i \boldsymbol{L}_i^{T} \boldsymbol{L}_i&#10;+ \boldsymbol{W}_i^{T} \boldsymbol{I}^{0}_i \boldsymbol{W}_i \Bigr)&#10;\end{aligned}&#10;$&#10;&#10;&#10;\end{document}" title="IguanaTex Bitmap Display">
            <a:extLst>
              <a:ext uri="{FF2B5EF4-FFF2-40B4-BE49-F238E27FC236}">
                <a16:creationId xmlns:a16="http://schemas.microsoft.com/office/drawing/2014/main" id="{1C254D94-5BD1-49CB-ADCA-A9F1BF5635A5}"/>
              </a:ext>
            </a:extLst>
          </p:cNvPr>
          <p:cNvPicPr>
            <a:picLocks noChangeAspect="1"/>
          </p:cNvPicPr>
          <p:nvPr>
            <p:custDataLst>
              <p:tags r:id="rId20"/>
            </p:custDataLst>
          </p:nvPr>
        </p:nvPicPr>
        <p:blipFill>
          <a:blip r:embed="rId87">
            <a:extLst>
              <a:ext uri="{28A0092B-C50C-407E-A947-70E740481C1C}">
                <a14:useLocalDpi xmlns:a14="http://schemas.microsoft.com/office/drawing/2010/main" val="0"/>
              </a:ext>
            </a:extLst>
          </a:blip>
          <a:stretch>
            <a:fillRect/>
          </a:stretch>
        </p:blipFill>
        <p:spPr>
          <a:xfrm>
            <a:off x="3695465" y="28495967"/>
            <a:ext cx="3615941" cy="1105280"/>
          </a:xfrm>
          <a:prstGeom prst="rect">
            <a:avLst/>
          </a:prstGeom>
        </p:spPr>
      </p:pic>
      <p:pic>
        <p:nvPicPr>
          <p:cNvPr id="165" name="Picture 164" descr="\documentclass{article}&#10;\usepackage{amsmath}&#10;\usepackage{color}&#10;\pagestyle{empty}&#10;\begin{document}&#10;&#10;$&#10;\color{blue}&#10;\tilde{\boldsymbol{M}}&#10;= \begin{bmatrix}&#10;\tilde{\boldsymbol{M}}_{t} &amp; \boldsymbol{0} &amp; \boldsymbol{0} \\&#10;\boldsymbol{0} &amp; \tilde{\boldsymbol{M}}_{r} &amp; \boldsymbol{0} \\&#10;\boldsymbol{0} &amp; \boldsymbol{0} &amp; \tilde{\boldsymbol{M}}_{\rho}&#10;\end{bmatrix}&#10;$&#10;&#10;&#10;\end{document}" title="IguanaTex Bitmap Display">
            <a:extLst>
              <a:ext uri="{FF2B5EF4-FFF2-40B4-BE49-F238E27FC236}">
                <a16:creationId xmlns:a16="http://schemas.microsoft.com/office/drawing/2014/main" id="{28FEFC31-63BD-406A-82E0-7A5D40AA7A91}"/>
              </a:ext>
            </a:extLst>
          </p:cNvPr>
          <p:cNvPicPr>
            <a:picLocks noChangeAspect="1"/>
          </p:cNvPicPr>
          <p:nvPr>
            <p:custDataLst>
              <p:tags r:id="rId21"/>
            </p:custDataLst>
          </p:nvPr>
        </p:nvPicPr>
        <p:blipFill>
          <a:blip r:embed="rId88">
            <a:extLst>
              <a:ext uri="{28A0092B-C50C-407E-A947-70E740481C1C}">
                <a14:useLocalDpi xmlns:a14="http://schemas.microsoft.com/office/drawing/2010/main" val="0"/>
              </a:ext>
            </a:extLst>
          </a:blip>
          <a:stretch>
            <a:fillRect/>
          </a:stretch>
        </p:blipFill>
        <p:spPr>
          <a:xfrm>
            <a:off x="582623" y="28801176"/>
            <a:ext cx="2576540" cy="926678"/>
          </a:xfrm>
          <a:prstGeom prst="rect">
            <a:avLst/>
          </a:prstGeom>
        </p:spPr>
      </p:pic>
      <p:sp>
        <p:nvSpPr>
          <p:cNvPr id="191" name="Arrow: Right 190">
            <a:extLst>
              <a:ext uri="{FF2B5EF4-FFF2-40B4-BE49-F238E27FC236}">
                <a16:creationId xmlns:a16="http://schemas.microsoft.com/office/drawing/2014/main" id="{9C2F3C52-036F-4EA6-AB89-2B4F1E02E162}"/>
              </a:ext>
            </a:extLst>
          </p:cNvPr>
          <p:cNvSpPr/>
          <p:nvPr/>
        </p:nvSpPr>
        <p:spPr>
          <a:xfrm>
            <a:off x="5703554" y="9608209"/>
            <a:ext cx="400310" cy="1009009"/>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pic>
        <p:nvPicPr>
          <p:cNvPr id="196" name="Picture 195" descr="\documentclass{article}&#10;\usepackage{amsmath}&#10;\pagestyle{empty}&#10;\begin{document}&#10;&#10;$&#10;\dot{\boldsymbol{r}}_{0c}^{0}(\boldsymbol{q})&#10;= \boldsymbol{A} \dot{\boldsymbol{q}} &#10;$&#10;&#10;&#10;\end{document}" title="IguanaTex Bitmap Display">
            <a:extLst>
              <a:ext uri="{FF2B5EF4-FFF2-40B4-BE49-F238E27FC236}">
                <a16:creationId xmlns:a16="http://schemas.microsoft.com/office/drawing/2014/main" id="{86DEC345-93A6-476B-BC23-533780B7FBBE}"/>
              </a:ext>
            </a:extLst>
          </p:cNvPr>
          <p:cNvPicPr>
            <a:picLocks noChangeAspect="1"/>
          </p:cNvPicPr>
          <p:nvPr>
            <p:custDataLst>
              <p:tags r:id="rId22"/>
            </p:custDataLst>
          </p:nvPr>
        </p:nvPicPr>
        <p:blipFill>
          <a:blip r:embed="rId89">
            <a:extLst>
              <a:ext uri="{28A0092B-C50C-407E-A947-70E740481C1C}">
                <a14:useLocalDpi xmlns:a14="http://schemas.microsoft.com/office/drawing/2010/main" val="0"/>
              </a:ext>
            </a:extLst>
          </a:blip>
          <a:stretch>
            <a:fillRect/>
          </a:stretch>
        </p:blipFill>
        <p:spPr>
          <a:xfrm>
            <a:off x="10031581" y="14184295"/>
            <a:ext cx="1326332" cy="286935"/>
          </a:xfrm>
          <a:prstGeom prst="rect">
            <a:avLst/>
          </a:prstGeom>
        </p:spPr>
      </p:pic>
      <p:pic>
        <p:nvPicPr>
          <p:cNvPr id="60" name="Picture 59" descr="\documentclass{article}&#10;\usepackage{amsmath}&#10;\usepackage{color}&#10;\pagestyle{empty}&#10;\begin{document}&#10;&#10;$&#10;\color{blue}&#10;\displaystyle&#10;\dot{\boldsymbol{A}}&#10;:= \dfrac{\partial \dot{\boldsymbol{r}}_{0c}^0}{\partial \boldsymbol{q}}&#10;= \dfrac{1}{m}\sum_{i=0}^{n} m_i \dot{\boldsymbol{A}}_i&#10;$&#10;&#10;&#10;\end{document}" title="IguanaTex Bitmap Display">
            <a:extLst>
              <a:ext uri="{FF2B5EF4-FFF2-40B4-BE49-F238E27FC236}">
                <a16:creationId xmlns:a16="http://schemas.microsoft.com/office/drawing/2014/main" id="{9F17A60A-5DEC-4931-ADD1-FDDE3BFAA6D0}"/>
              </a:ext>
            </a:extLst>
          </p:cNvPr>
          <p:cNvPicPr>
            <a:picLocks noChangeAspect="1"/>
          </p:cNvPicPr>
          <p:nvPr>
            <p:custDataLst>
              <p:tags r:id="rId23"/>
            </p:custDataLst>
          </p:nvPr>
        </p:nvPicPr>
        <p:blipFill>
          <a:blip r:embed="rId90">
            <a:extLst>
              <a:ext uri="{28A0092B-C50C-407E-A947-70E740481C1C}">
                <a14:useLocalDpi xmlns:a14="http://schemas.microsoft.com/office/drawing/2010/main" val="0"/>
              </a:ext>
            </a:extLst>
          </a:blip>
          <a:stretch>
            <a:fillRect/>
          </a:stretch>
        </p:blipFill>
        <p:spPr>
          <a:xfrm>
            <a:off x="5919196" y="19220376"/>
            <a:ext cx="2722937" cy="677806"/>
          </a:xfrm>
          <a:prstGeom prst="rect">
            <a:avLst/>
          </a:prstGeom>
        </p:spPr>
      </p:pic>
      <p:cxnSp>
        <p:nvCxnSpPr>
          <p:cNvPr id="207" name="Straight Connector 206">
            <a:extLst>
              <a:ext uri="{FF2B5EF4-FFF2-40B4-BE49-F238E27FC236}">
                <a16:creationId xmlns:a16="http://schemas.microsoft.com/office/drawing/2014/main" id="{2850A67C-F233-4D74-A161-D41EE4EB600A}"/>
              </a:ext>
            </a:extLst>
          </p:cNvPr>
          <p:cNvCxnSpPr>
            <a:cxnSpLocks/>
          </p:cNvCxnSpPr>
          <p:nvPr/>
        </p:nvCxnSpPr>
        <p:spPr>
          <a:xfrm>
            <a:off x="43975" y="7994370"/>
            <a:ext cx="16156463"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A6AE2154-426F-49D7-8FD7-A587397AFCCA}"/>
              </a:ext>
            </a:extLst>
          </p:cNvPr>
          <p:cNvCxnSpPr>
            <a:cxnSpLocks/>
          </p:cNvCxnSpPr>
          <p:nvPr/>
        </p:nvCxnSpPr>
        <p:spPr>
          <a:xfrm>
            <a:off x="43975" y="12344487"/>
            <a:ext cx="16156463"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210" name="Arrow: Right 209">
            <a:extLst>
              <a:ext uri="{FF2B5EF4-FFF2-40B4-BE49-F238E27FC236}">
                <a16:creationId xmlns:a16="http://schemas.microsoft.com/office/drawing/2014/main" id="{0ECE4D06-8639-4250-8F3E-E50632C1AD47}"/>
              </a:ext>
            </a:extLst>
          </p:cNvPr>
          <p:cNvSpPr/>
          <p:nvPr/>
        </p:nvSpPr>
        <p:spPr>
          <a:xfrm>
            <a:off x="8716071" y="13979671"/>
            <a:ext cx="400310" cy="1009009"/>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pic>
        <p:nvPicPr>
          <p:cNvPr id="215" name="Picture 214" descr="\documentclass{article}&#10;\usepackage{amsmath}&#10;\usepackage{color}&#10;\pagestyle{empty}&#10;\begin{document}&#10;&#10;$&#10;\color{blue}&#10;\dot{\boldsymbol{d}}_i^0 &#10;= \tilde{\boldsymbol{A}}_i \dot{\boldsymbol{q}}&#10;$&#10;&#10;&#10;\end{document}" title="IguanaTex Bitmap Display">
            <a:extLst>
              <a:ext uri="{FF2B5EF4-FFF2-40B4-BE49-F238E27FC236}">
                <a16:creationId xmlns:a16="http://schemas.microsoft.com/office/drawing/2014/main" id="{57FC11F8-AF45-41CE-BABA-C2D34D1497A8}"/>
              </a:ext>
            </a:extLst>
          </p:cNvPr>
          <p:cNvPicPr>
            <a:picLocks noChangeAspect="1"/>
          </p:cNvPicPr>
          <p:nvPr>
            <p:custDataLst>
              <p:tags r:id="rId24"/>
            </p:custDataLst>
          </p:nvPr>
        </p:nvPicPr>
        <p:blipFill>
          <a:blip r:embed="rId91">
            <a:extLst>
              <a:ext uri="{28A0092B-C50C-407E-A947-70E740481C1C}">
                <a14:useLocalDpi xmlns:a14="http://schemas.microsoft.com/office/drawing/2010/main" val="0"/>
              </a:ext>
            </a:extLst>
          </a:blip>
          <a:stretch>
            <a:fillRect/>
          </a:stretch>
        </p:blipFill>
        <p:spPr>
          <a:xfrm>
            <a:off x="5952484" y="20596768"/>
            <a:ext cx="999873" cy="345491"/>
          </a:xfrm>
          <a:prstGeom prst="rect">
            <a:avLst/>
          </a:prstGeom>
        </p:spPr>
      </p:pic>
      <p:sp>
        <p:nvSpPr>
          <p:cNvPr id="78" name="TextBox 77">
            <a:extLst>
              <a:ext uri="{FF2B5EF4-FFF2-40B4-BE49-F238E27FC236}">
                <a16:creationId xmlns:a16="http://schemas.microsoft.com/office/drawing/2014/main" id="{CE3D02BC-3611-4492-BE65-4C87785EAFF5}"/>
              </a:ext>
            </a:extLst>
          </p:cNvPr>
          <p:cNvSpPr txBox="1"/>
          <p:nvPr/>
        </p:nvSpPr>
        <p:spPr>
          <a:xfrm>
            <a:off x="249411" y="22115258"/>
            <a:ext cx="6635525" cy="445828"/>
          </a:xfrm>
          <a:prstGeom prst="rect">
            <a:avLst/>
          </a:prstGeom>
          <a:noFill/>
        </p:spPr>
        <p:txBody>
          <a:bodyPr wrap="square" rtlCol="0">
            <a:spAutoFit/>
          </a:bodyPr>
          <a:lstStyle/>
          <a:p>
            <a:r>
              <a:rPr lang="en-US" altLang="zh-CN" sz="2297" b="1" dirty="0">
                <a:latin typeface="Georgia" panose="02040502050405020303" pitchFamily="18" charset="0"/>
              </a:rPr>
              <a:t>Transformed Dynamics – Preliminary</a:t>
            </a:r>
          </a:p>
        </p:txBody>
      </p:sp>
      <p:cxnSp>
        <p:nvCxnSpPr>
          <p:cNvPr id="82" name="Straight Connector 81">
            <a:extLst>
              <a:ext uri="{FF2B5EF4-FFF2-40B4-BE49-F238E27FC236}">
                <a16:creationId xmlns:a16="http://schemas.microsoft.com/office/drawing/2014/main" id="{B72DCC3C-04A8-4B72-963D-1D71C86229CF}"/>
              </a:ext>
            </a:extLst>
          </p:cNvPr>
          <p:cNvCxnSpPr>
            <a:cxnSpLocks/>
          </p:cNvCxnSpPr>
          <p:nvPr/>
        </p:nvCxnSpPr>
        <p:spPr>
          <a:xfrm>
            <a:off x="63225" y="21842105"/>
            <a:ext cx="15976875"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1" name="Picture 10" descr="\documentclass{article}&#10;\usepackage{amsmath}&#10;\usepackage{color}&#10;\pagestyle{empty}&#10;\begin{document}&#10;&#10;$&#10;\color{blue}&#10;\begin{aligned}&#10;% (\rho, \rho)&#10;\tilde{\boldsymbol{M}}_{\rho}&#10;&amp;&#10;= \sum_{i=0}^{n} \Bigl( m_i \tilde{\boldsymbol{A}}_i^{T} \tilde{\boldsymbol{A}}_i&#10;+ \bigl(\boldsymbol{J}^{q}_{\omega_i}\bigr)^{T} \boldsymbol{I}^{0}_i \boldsymbol{J}^{q}_{\omega_i} \Bigr)&#10;\end{aligned}&#10;$&#10;&#10;&#10;\end{document}" title="IguanaTex Bitmap Display">
            <a:extLst>
              <a:ext uri="{FF2B5EF4-FFF2-40B4-BE49-F238E27FC236}">
                <a16:creationId xmlns:a16="http://schemas.microsoft.com/office/drawing/2014/main" id="{9129A5D2-42DF-4B82-A112-DCCE98D05CB0}"/>
              </a:ext>
            </a:extLst>
          </p:cNvPr>
          <p:cNvPicPr>
            <a:picLocks noChangeAspect="1"/>
          </p:cNvPicPr>
          <p:nvPr>
            <p:custDataLst>
              <p:tags r:id="rId25"/>
            </p:custDataLst>
          </p:nvPr>
        </p:nvPicPr>
        <p:blipFill>
          <a:blip r:embed="rId92">
            <a:extLst>
              <a:ext uri="{28A0092B-C50C-407E-A947-70E740481C1C}">
                <a14:useLocalDpi xmlns:a14="http://schemas.microsoft.com/office/drawing/2010/main" val="0"/>
              </a:ext>
            </a:extLst>
          </a:blip>
          <a:stretch>
            <a:fillRect/>
          </a:stretch>
        </p:blipFill>
        <p:spPr>
          <a:xfrm>
            <a:off x="524437" y="22617120"/>
            <a:ext cx="3989247" cy="673415"/>
          </a:xfrm>
          <a:prstGeom prst="rect">
            <a:avLst/>
          </a:prstGeom>
        </p:spPr>
      </p:pic>
      <p:pic>
        <p:nvPicPr>
          <p:cNvPr id="13" name="Picture 12" descr="\documentclass{article}&#10;\usepackage{amsmath}&#10;\usepackage{color}&#10;\pagestyle{empty}&#10;\begin{document}&#10;&#10;$&#10;\color{blue}&#10;\tilde{\boldsymbol{M}}_{\rho}&#10;$&#10;&#10;&#10;\end{document}" title="IguanaTex Bitmap Display">
            <a:extLst>
              <a:ext uri="{FF2B5EF4-FFF2-40B4-BE49-F238E27FC236}">
                <a16:creationId xmlns:a16="http://schemas.microsoft.com/office/drawing/2014/main" id="{237D3878-40E0-458C-9DE4-9B5EACBC9F52}"/>
              </a:ext>
            </a:extLst>
          </p:cNvPr>
          <p:cNvPicPr>
            <a:picLocks noChangeAspect="1"/>
          </p:cNvPicPr>
          <p:nvPr>
            <p:custDataLst>
              <p:tags r:id="rId26"/>
            </p:custDataLst>
          </p:nvPr>
        </p:nvPicPr>
        <p:blipFill>
          <a:blip r:embed="rId93">
            <a:extLst>
              <a:ext uri="{28A0092B-C50C-407E-A947-70E740481C1C}">
                <a14:useLocalDpi xmlns:a14="http://schemas.microsoft.com/office/drawing/2010/main" val="0"/>
              </a:ext>
            </a:extLst>
          </a:blip>
          <a:stretch>
            <a:fillRect/>
          </a:stretch>
        </p:blipFill>
        <p:spPr>
          <a:xfrm>
            <a:off x="3678911" y="29713439"/>
            <a:ext cx="393802" cy="303037"/>
          </a:xfrm>
          <a:prstGeom prst="rect">
            <a:avLst/>
          </a:prstGeom>
        </p:spPr>
      </p:pic>
      <p:sp>
        <p:nvSpPr>
          <p:cNvPr id="94" name="TextBox 93">
            <a:extLst>
              <a:ext uri="{FF2B5EF4-FFF2-40B4-BE49-F238E27FC236}">
                <a16:creationId xmlns:a16="http://schemas.microsoft.com/office/drawing/2014/main" id="{686D9672-8FEF-4AA7-A477-D455D5E85A9A}"/>
              </a:ext>
            </a:extLst>
          </p:cNvPr>
          <p:cNvSpPr txBox="1"/>
          <p:nvPr/>
        </p:nvSpPr>
        <p:spPr>
          <a:xfrm>
            <a:off x="4157360" y="29693678"/>
            <a:ext cx="2630276" cy="375167"/>
          </a:xfrm>
          <a:prstGeom prst="rect">
            <a:avLst/>
          </a:prstGeom>
          <a:noFill/>
        </p:spPr>
        <p:txBody>
          <a:bodyPr wrap="square" rtlCol="0">
            <a:spAutoFit/>
          </a:bodyPr>
          <a:lstStyle/>
          <a:p>
            <a:r>
              <a:rPr lang="en-US" altLang="zh-CN" sz="1838" dirty="0">
                <a:latin typeface="Georgia" panose="02040502050405020303" pitchFamily="18" charset="0"/>
              </a:rPr>
              <a:t>will be computed first.</a:t>
            </a:r>
            <a:endParaRPr lang="zh-CN" altLang="en-US" sz="1838" dirty="0">
              <a:latin typeface="Georgia" panose="02040502050405020303" pitchFamily="18" charset="0"/>
            </a:endParaRPr>
          </a:p>
        </p:txBody>
      </p:sp>
      <p:pic>
        <p:nvPicPr>
          <p:cNvPr id="15" name="Picture 14" descr="\documentclass{article}&#10;\usepackage{amsmath}&#10;\usepackage{color}&#10;\pagestyle{empty}&#10;\begin{document}&#10;&#10;$&#10;\color{blue}&#10;\begin{aligned}&#10;\boldsymbol{B}&#10;= \sum_{i=0}^n \Bigl[ &#10;- m_i \boldsymbol{A}_i^T \hat{\boldsymbol{d}}_i^0 &#10;+ (\boldsymbol{J}^q_{\omega_i})^T \boldsymbol{I}_i^0 \Bigr]&#10;\end{aligned}&#10;$&#10;&#10;&#10;\end{document}" title="IguanaTex Bitmap Display">
            <a:extLst>
              <a:ext uri="{FF2B5EF4-FFF2-40B4-BE49-F238E27FC236}">
                <a16:creationId xmlns:a16="http://schemas.microsoft.com/office/drawing/2014/main" id="{E84D5C1C-D5B3-4CCB-96DE-F6B07759894D}"/>
              </a:ext>
            </a:extLst>
          </p:cNvPr>
          <p:cNvPicPr>
            <a:picLocks noChangeAspect="1"/>
          </p:cNvPicPr>
          <p:nvPr>
            <p:custDataLst>
              <p:tags r:id="rId27"/>
            </p:custDataLst>
          </p:nvPr>
        </p:nvPicPr>
        <p:blipFill>
          <a:blip r:embed="rId94">
            <a:extLst>
              <a:ext uri="{28A0092B-C50C-407E-A947-70E740481C1C}">
                <a14:useLocalDpi xmlns:a14="http://schemas.microsoft.com/office/drawing/2010/main" val="0"/>
              </a:ext>
            </a:extLst>
          </a:blip>
          <a:stretch>
            <a:fillRect/>
          </a:stretch>
        </p:blipFill>
        <p:spPr>
          <a:xfrm>
            <a:off x="529665" y="23463531"/>
            <a:ext cx="3451980" cy="673415"/>
          </a:xfrm>
          <a:prstGeom prst="rect">
            <a:avLst/>
          </a:prstGeom>
        </p:spPr>
      </p:pic>
      <p:sp>
        <p:nvSpPr>
          <p:cNvPr id="98" name="Arrow: Right 97">
            <a:extLst>
              <a:ext uri="{FF2B5EF4-FFF2-40B4-BE49-F238E27FC236}">
                <a16:creationId xmlns:a16="http://schemas.microsoft.com/office/drawing/2014/main" id="{AA449C10-F674-4FA0-BF23-FE233051EFF2}"/>
              </a:ext>
            </a:extLst>
          </p:cNvPr>
          <p:cNvSpPr/>
          <p:nvPr/>
        </p:nvSpPr>
        <p:spPr>
          <a:xfrm>
            <a:off x="4832210" y="22808638"/>
            <a:ext cx="400310" cy="1009009"/>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pic>
        <p:nvPicPr>
          <p:cNvPr id="18" name="Picture 17" descr="\documentclass{article}&#10;\usepackage{amsmath}&#10;\usepackage{color}&#10;\pagestyle{empty}&#10;\begin{document}&#10;&#10;$&#10;\color{blue}&#10;\boldsymbol{N}_1 = \tilde{\boldsymbol{M}}_\rho^{-1} \boldsymbol{B}&#10;$&#10;&#10;&#10;\end{document}" title="IguanaTex Bitmap Display">
            <a:extLst>
              <a:ext uri="{FF2B5EF4-FFF2-40B4-BE49-F238E27FC236}">
                <a16:creationId xmlns:a16="http://schemas.microsoft.com/office/drawing/2014/main" id="{4FED59B9-3364-4256-9E4B-17A06E756904}"/>
              </a:ext>
            </a:extLst>
          </p:cNvPr>
          <p:cNvPicPr>
            <a:picLocks noChangeAspect="1"/>
          </p:cNvPicPr>
          <p:nvPr>
            <p:custDataLst>
              <p:tags r:id="rId28"/>
            </p:custDataLst>
          </p:nvPr>
        </p:nvPicPr>
        <p:blipFill>
          <a:blip r:embed="rId95">
            <a:extLst>
              <a:ext uri="{28A0092B-C50C-407E-A947-70E740481C1C}">
                <a14:useLocalDpi xmlns:a14="http://schemas.microsoft.com/office/drawing/2010/main" val="0"/>
              </a:ext>
            </a:extLst>
          </a:blip>
          <a:stretch>
            <a:fillRect/>
          </a:stretch>
        </p:blipFill>
        <p:spPr>
          <a:xfrm>
            <a:off x="5551053" y="23129565"/>
            <a:ext cx="1461015" cy="379162"/>
          </a:xfrm>
          <a:prstGeom prst="rect">
            <a:avLst/>
          </a:prstGeom>
        </p:spPr>
      </p:pic>
      <p:pic>
        <p:nvPicPr>
          <p:cNvPr id="42" name="Picture 41" descr="\documentclass{article}&#10;\usepackage{amsmath}&#10;\usepackage{color}&#10;\pagestyle{empty}&#10;\begin{document}&#10;&#10;$&#10;\color{blue}&#10;\dot{\boldsymbol{L}}_i&#10;= -\bigl(\dot{\boldsymbol{d}_i^0}\bigr)^\wedge&#10;- \dot{\tilde{\boldsymbol{A}}}_i \boldsymbol{N}_1&#10;- \tilde{\boldsymbol{A}}_i \dot{\boldsymbol{N}}_1&#10;$&#10;&#10;&#10;\end{document}" title="IguanaTex Bitmap Display">
            <a:extLst>
              <a:ext uri="{FF2B5EF4-FFF2-40B4-BE49-F238E27FC236}">
                <a16:creationId xmlns:a16="http://schemas.microsoft.com/office/drawing/2014/main" id="{BB54BB3E-F2A3-4578-85C3-FE4303DB7FB1}"/>
              </a:ext>
            </a:extLst>
          </p:cNvPr>
          <p:cNvPicPr>
            <a:picLocks noChangeAspect="1"/>
          </p:cNvPicPr>
          <p:nvPr>
            <p:custDataLst>
              <p:tags r:id="rId29"/>
            </p:custDataLst>
          </p:nvPr>
        </p:nvPicPr>
        <p:blipFill>
          <a:blip r:embed="rId96">
            <a:extLst>
              <a:ext uri="{28A0092B-C50C-407E-A947-70E740481C1C}">
                <a14:useLocalDpi xmlns:a14="http://schemas.microsoft.com/office/drawing/2010/main" val="0"/>
              </a:ext>
            </a:extLst>
          </a:blip>
          <a:stretch>
            <a:fillRect/>
          </a:stretch>
        </p:blipFill>
        <p:spPr>
          <a:xfrm>
            <a:off x="5876296" y="26340122"/>
            <a:ext cx="3280700" cy="371843"/>
          </a:xfrm>
          <a:prstGeom prst="rect">
            <a:avLst/>
          </a:prstGeom>
        </p:spPr>
      </p:pic>
      <p:pic>
        <p:nvPicPr>
          <p:cNvPr id="50" name="Picture 49" descr="\documentclass{article}&#10;\usepackage{amsmath}&#10;\usepackage{color}&#10;\pagestyle{empty}&#10;\begin{document}&#10;&#10;$&#10;\color{blue}&#10;\dot{\boldsymbol{W}}_i&#10;= -\dot{\boldsymbol{J}}^{q}_{\omega_i} \boldsymbol{N}_1&#10;- \boldsymbol{J}^{q}_{\omega_i} \dot{\boldsymbol{N}}_1&#10;$&#10;&#10;&#10;\end{document}" title="IguanaTex Bitmap Display">
            <a:extLst>
              <a:ext uri="{FF2B5EF4-FFF2-40B4-BE49-F238E27FC236}">
                <a16:creationId xmlns:a16="http://schemas.microsoft.com/office/drawing/2014/main" id="{DF5A7094-E793-479C-B7F9-3994590772C6}"/>
              </a:ext>
            </a:extLst>
          </p:cNvPr>
          <p:cNvPicPr>
            <a:picLocks noChangeAspect="1"/>
          </p:cNvPicPr>
          <p:nvPr>
            <p:custDataLst>
              <p:tags r:id="rId30"/>
            </p:custDataLst>
          </p:nvPr>
        </p:nvPicPr>
        <p:blipFill>
          <a:blip r:embed="rId97">
            <a:extLst>
              <a:ext uri="{28A0092B-C50C-407E-A947-70E740481C1C}">
                <a14:useLocalDpi xmlns:a14="http://schemas.microsoft.com/office/drawing/2010/main" val="0"/>
              </a:ext>
            </a:extLst>
          </a:blip>
          <a:stretch>
            <a:fillRect/>
          </a:stretch>
        </p:blipFill>
        <p:spPr>
          <a:xfrm>
            <a:off x="5856775" y="26953525"/>
            <a:ext cx="2670234" cy="329388"/>
          </a:xfrm>
          <a:prstGeom prst="rect">
            <a:avLst/>
          </a:prstGeom>
        </p:spPr>
      </p:pic>
      <p:pic>
        <p:nvPicPr>
          <p:cNvPr id="56" name="Picture 55" descr="\documentclass{article}&#10;\usepackage{amsmath}&#10;\usepackage{color}&#10;\pagestyle{empty}&#10;\begin{document}&#10;&#10;$&#10;\color{blue}&#10;\boldsymbol{L}_i&#10;= -\hat{\boldsymbol{d}}_i^{0}&#10;- \tilde{\boldsymbol{A}}_i \boldsymbol{N}_1&#10;$&#10;&#10;&#10;\end{document}" title="IguanaTex Bitmap Display">
            <a:extLst>
              <a:ext uri="{FF2B5EF4-FFF2-40B4-BE49-F238E27FC236}">
                <a16:creationId xmlns:a16="http://schemas.microsoft.com/office/drawing/2014/main" id="{5C576604-F2CF-4F02-AF5D-F9DA590E1863}"/>
              </a:ext>
            </a:extLst>
          </p:cNvPr>
          <p:cNvPicPr>
            <a:picLocks noChangeAspect="1"/>
          </p:cNvPicPr>
          <p:nvPr>
            <p:custDataLst>
              <p:tags r:id="rId31"/>
            </p:custDataLst>
          </p:nvPr>
        </p:nvPicPr>
        <p:blipFill>
          <a:blip r:embed="rId98">
            <a:extLst>
              <a:ext uri="{28A0092B-C50C-407E-A947-70E740481C1C}">
                <a14:useLocalDpi xmlns:a14="http://schemas.microsoft.com/office/drawing/2010/main" val="0"/>
              </a:ext>
            </a:extLst>
          </a:blip>
          <a:stretch>
            <a:fillRect/>
          </a:stretch>
        </p:blipFill>
        <p:spPr>
          <a:xfrm>
            <a:off x="543466" y="26349638"/>
            <a:ext cx="1957295" cy="352810"/>
          </a:xfrm>
          <a:prstGeom prst="rect">
            <a:avLst/>
          </a:prstGeom>
        </p:spPr>
      </p:pic>
      <p:pic>
        <p:nvPicPr>
          <p:cNvPr id="37" name="Picture 36" descr="\documentclass{article}&#10;\usepackage{amsmath}&#10;\usepackage{color}&#10;\pagestyle{empty}&#10;\begin{document}&#10;&#10;$&#10;\color{blue}&#10;\dot{\boldsymbol{I}}_i^0&#10;= \boldsymbol{\Xi}_i + \boldsymbol{\Xi}_i^T&#10;$&#10;&#10;&#10;\end{document}" title="IguanaTex Bitmap Display">
            <a:extLst>
              <a:ext uri="{FF2B5EF4-FFF2-40B4-BE49-F238E27FC236}">
                <a16:creationId xmlns:a16="http://schemas.microsoft.com/office/drawing/2014/main" id="{F5428EB0-01A2-4E12-901B-0030CA8476B2}"/>
              </a:ext>
            </a:extLst>
          </p:cNvPr>
          <p:cNvPicPr>
            <a:picLocks noChangeAspect="1"/>
          </p:cNvPicPr>
          <p:nvPr>
            <p:custDataLst>
              <p:tags r:id="rId32"/>
            </p:custDataLst>
          </p:nvPr>
        </p:nvPicPr>
        <p:blipFill>
          <a:blip r:embed="rId99">
            <a:extLst>
              <a:ext uri="{28A0092B-C50C-407E-A947-70E740481C1C}">
                <a14:useLocalDpi xmlns:a14="http://schemas.microsoft.com/office/drawing/2010/main" val="0"/>
              </a:ext>
            </a:extLst>
          </a:blip>
          <a:stretch>
            <a:fillRect/>
          </a:stretch>
        </p:blipFill>
        <p:spPr>
          <a:xfrm>
            <a:off x="8446340" y="21304765"/>
            <a:ext cx="1456625" cy="344027"/>
          </a:xfrm>
          <a:prstGeom prst="rect">
            <a:avLst/>
          </a:prstGeom>
        </p:spPr>
      </p:pic>
      <p:pic>
        <p:nvPicPr>
          <p:cNvPr id="22" name="Picture 21" descr="\documentclass{article}&#10;\usepackage{amsmath}&#10;\usepackage{color}&#10;\pagestyle{empty}&#10;\begin{document}&#10;&#10;$&#10;\color{blue}&#10;\dot{\boldsymbol{N}}_1&#10;= \tilde{\boldsymbol{M}}_{\rho}^{-1} \bigl(\dot{\boldsymbol{B}} &#10;- \dot{\tilde{\boldsymbol{M}}}_{\rho} \boldsymbol{N}_1\bigr)&#10;$&#10;&#10;&#10;\end{document}" title="IguanaTex Bitmap Display">
            <a:extLst>
              <a:ext uri="{FF2B5EF4-FFF2-40B4-BE49-F238E27FC236}">
                <a16:creationId xmlns:a16="http://schemas.microsoft.com/office/drawing/2014/main" id="{04F10E5C-2116-4CA9-8AC7-CA1A1A4FA694}"/>
              </a:ext>
            </a:extLst>
          </p:cNvPr>
          <p:cNvPicPr>
            <a:picLocks noChangeAspect="1"/>
          </p:cNvPicPr>
          <p:nvPr>
            <p:custDataLst>
              <p:tags r:id="rId33"/>
            </p:custDataLst>
          </p:nvPr>
        </p:nvPicPr>
        <p:blipFill>
          <a:blip r:embed="rId100">
            <a:extLst>
              <a:ext uri="{28A0092B-C50C-407E-A947-70E740481C1C}">
                <a14:useLocalDpi xmlns:a14="http://schemas.microsoft.com/office/drawing/2010/main" val="0"/>
              </a:ext>
            </a:extLst>
          </a:blip>
          <a:stretch>
            <a:fillRect/>
          </a:stretch>
        </p:blipFill>
        <p:spPr>
          <a:xfrm>
            <a:off x="10288691" y="24909530"/>
            <a:ext cx="2743433" cy="383552"/>
          </a:xfrm>
          <a:prstGeom prst="rect">
            <a:avLst/>
          </a:prstGeom>
        </p:spPr>
      </p:pic>
      <p:pic>
        <p:nvPicPr>
          <p:cNvPr id="34" name="Picture 33" descr="\documentclass{article}&#10;\usepackage{amsmath}&#10;\usepackage{color}&#10;\pagestyle{empty}&#10;\begin{document}&#10;&#10;$&#10;\color{blue}&#10;\boldsymbol{\Xi}_i&#10;= \hat{\boldsymbol{\omega}}_i^0 \boldsymbol{I}_i^0&#10;+ \boldsymbol{I}_i^0 \hat{\boldsymbol{\omega}}_0&#10;$&#10;&#10;&#10;\end{document}" title="IguanaTex Bitmap Display">
            <a:extLst>
              <a:ext uri="{FF2B5EF4-FFF2-40B4-BE49-F238E27FC236}">
                <a16:creationId xmlns:a16="http://schemas.microsoft.com/office/drawing/2014/main" id="{3525BB49-52F3-4E2F-91E5-CB5BB8B4F222}"/>
              </a:ext>
            </a:extLst>
          </p:cNvPr>
          <p:cNvPicPr>
            <a:picLocks noChangeAspect="1"/>
          </p:cNvPicPr>
          <p:nvPr>
            <p:custDataLst>
              <p:tags r:id="rId34"/>
            </p:custDataLst>
          </p:nvPr>
        </p:nvPicPr>
        <p:blipFill>
          <a:blip r:embed="rId101">
            <a:extLst>
              <a:ext uri="{28A0092B-C50C-407E-A947-70E740481C1C}">
                <a14:useLocalDpi xmlns:a14="http://schemas.microsoft.com/office/drawing/2010/main" val="0"/>
              </a:ext>
            </a:extLst>
          </a:blip>
          <a:stretch>
            <a:fillRect/>
          </a:stretch>
        </p:blipFill>
        <p:spPr>
          <a:xfrm>
            <a:off x="5952484" y="21328321"/>
            <a:ext cx="1949975" cy="291325"/>
          </a:xfrm>
          <a:prstGeom prst="rect">
            <a:avLst/>
          </a:prstGeom>
        </p:spPr>
      </p:pic>
      <p:sp>
        <p:nvSpPr>
          <p:cNvPr id="115" name="Arrow: Right 114">
            <a:extLst>
              <a:ext uri="{FF2B5EF4-FFF2-40B4-BE49-F238E27FC236}">
                <a16:creationId xmlns:a16="http://schemas.microsoft.com/office/drawing/2014/main" id="{ADC84E59-34C1-4652-B2D3-30BA95003049}"/>
              </a:ext>
            </a:extLst>
          </p:cNvPr>
          <p:cNvSpPr/>
          <p:nvPr/>
        </p:nvSpPr>
        <p:spPr>
          <a:xfrm>
            <a:off x="9489749" y="24602348"/>
            <a:ext cx="400310" cy="1009009"/>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pic>
        <p:nvPicPr>
          <p:cNvPr id="29" name="Picture 28" descr="\documentclass{article}&#10;\usepackage{amsmath}&#10;\usepackage{color}&#10;\pagestyle{empty}&#10;\begin{document}&#10;&#10;$&#10;\color{blue}&#10;\begin{aligned}&#10;\dot{\boldsymbol{B}} &#10;= \sum_{i=0}^n \left[ -m_i \bigl( \dot{\tilde{\boldsymbol{A}}}_i^T \hat{\boldsymbol{d}}_i^0 + \tilde{\boldsymbol{A}}_i^T \bigl(\dot{\boldsymbol{d}_i^0}\bigr)^\wedge \bigr) + (\dot{\boldsymbol{J}}^q_{\omega_i})^T \boldsymbol{I}_i^0 + (\boldsymbol{J}^q_{\omega_i})^T \dot{\boldsymbol{I}}_i^0 \right]&#10;\end{aligned}&#10;$&#10;&#10;&#10;\end{document}" title="IguanaTex Bitmap Display">
            <a:extLst>
              <a:ext uri="{FF2B5EF4-FFF2-40B4-BE49-F238E27FC236}">
                <a16:creationId xmlns:a16="http://schemas.microsoft.com/office/drawing/2014/main" id="{A6268D19-9E47-4BD6-AA54-E61DE76CA037}"/>
              </a:ext>
            </a:extLst>
          </p:cNvPr>
          <p:cNvPicPr>
            <a:picLocks noChangeAspect="1"/>
          </p:cNvPicPr>
          <p:nvPr>
            <p:custDataLst>
              <p:tags r:id="rId35"/>
            </p:custDataLst>
          </p:nvPr>
        </p:nvPicPr>
        <p:blipFill>
          <a:blip r:embed="rId102">
            <a:extLst>
              <a:ext uri="{28A0092B-C50C-407E-A947-70E740481C1C}">
                <a14:useLocalDpi xmlns:a14="http://schemas.microsoft.com/office/drawing/2010/main" val="0"/>
              </a:ext>
            </a:extLst>
          </a:blip>
          <a:stretch>
            <a:fillRect/>
          </a:stretch>
        </p:blipFill>
        <p:spPr>
          <a:xfrm>
            <a:off x="517456" y="25322754"/>
            <a:ext cx="6281784" cy="673415"/>
          </a:xfrm>
          <a:prstGeom prst="rect">
            <a:avLst/>
          </a:prstGeom>
        </p:spPr>
      </p:pic>
      <p:pic>
        <p:nvPicPr>
          <p:cNvPr id="32" name="Picture 31" descr="\documentclass{article}&#10;\usepackage{amsmath}&#10;\usepackage{color}&#10;\pagestyle{empty}&#10;\begin{document}&#10;&#10;$&#10;\color{blue}&#10;\begin{aligned}&#10;\dot{\tilde{\boldsymbol{M}}}_\rho&#10;= \sum_{i=0}^n \Bigl[ m_i \bigl( \dot{\tilde{\boldsymbol{A}}}_i^T \tilde{\boldsymbol{A}}_i + \tilde{\boldsymbol{A}}_i^T \dot{\tilde{\boldsymbol{A}}}_i \bigr) + (\dot{\boldsymbol{J}}^q_{\omega_i})^T \boldsymbol{I}_i^0 \boldsymbol{J}^q_{\omega_i}&#10;+ (\boldsymbol{J}^q_{\omega_i})^T \dot{\boldsymbol{I}}_i^0 \boldsymbol{J}^q_{\omega_i} + (\boldsymbol{J}^q_{\omega_i})^T \boldsymbol{I}_i^0 \dot{\boldsymbol{J}}^q_{\omega_i} \Bigr] &#10;\end{aligned}&#10;$&#10;&#10;&#10;\end{document}" title="IguanaTex Bitmap Display">
            <a:extLst>
              <a:ext uri="{FF2B5EF4-FFF2-40B4-BE49-F238E27FC236}">
                <a16:creationId xmlns:a16="http://schemas.microsoft.com/office/drawing/2014/main" id="{14E12F36-B74A-4BD5-8045-E90D2C33A5E7}"/>
              </a:ext>
            </a:extLst>
          </p:cNvPr>
          <p:cNvPicPr>
            <a:picLocks noChangeAspect="1"/>
          </p:cNvPicPr>
          <p:nvPr>
            <p:custDataLst>
              <p:tags r:id="rId36"/>
            </p:custDataLst>
          </p:nvPr>
        </p:nvPicPr>
        <p:blipFill>
          <a:blip r:embed="rId103">
            <a:extLst>
              <a:ext uri="{28A0092B-C50C-407E-A947-70E740481C1C}">
                <a14:useLocalDpi xmlns:a14="http://schemas.microsoft.com/office/drawing/2010/main" val="0"/>
              </a:ext>
            </a:extLst>
          </a:blip>
          <a:stretch>
            <a:fillRect/>
          </a:stretch>
        </p:blipFill>
        <p:spPr>
          <a:xfrm>
            <a:off x="488624" y="24346904"/>
            <a:ext cx="8401574" cy="673415"/>
          </a:xfrm>
          <a:prstGeom prst="rect">
            <a:avLst/>
          </a:prstGeom>
        </p:spPr>
      </p:pic>
      <p:pic>
        <p:nvPicPr>
          <p:cNvPr id="58" name="Picture 57" descr="\documentclass{article}&#10;\usepackage{amsmath}&#10;\usepackage{color}&#10;\pagestyle{empty}&#10;\begin{document}&#10;&#10;$&#10;\color{blue}&#10;\boldsymbol{W}_i&#10;= \boldsymbol{I}_3&#10;- \boldsymbol{J}_{\omega_i}^{q} \boldsymbol{N}_1&#10;$&#10;&#10;&#10;\end{document}" title="IguanaTex Bitmap Display">
            <a:extLst>
              <a:ext uri="{FF2B5EF4-FFF2-40B4-BE49-F238E27FC236}">
                <a16:creationId xmlns:a16="http://schemas.microsoft.com/office/drawing/2014/main" id="{F1E418BA-520C-4AD5-8E35-7D6D5258F252}"/>
              </a:ext>
            </a:extLst>
          </p:cNvPr>
          <p:cNvPicPr>
            <a:picLocks noChangeAspect="1"/>
          </p:cNvPicPr>
          <p:nvPr>
            <p:custDataLst>
              <p:tags r:id="rId37"/>
            </p:custDataLst>
          </p:nvPr>
        </p:nvPicPr>
        <p:blipFill>
          <a:blip r:embed="rId104">
            <a:extLst>
              <a:ext uri="{28A0092B-C50C-407E-A947-70E740481C1C}">
                <a14:useLocalDpi xmlns:a14="http://schemas.microsoft.com/office/drawing/2010/main" val="0"/>
              </a:ext>
            </a:extLst>
          </a:blip>
          <a:stretch>
            <a:fillRect/>
          </a:stretch>
        </p:blipFill>
        <p:spPr>
          <a:xfrm>
            <a:off x="524437" y="27008721"/>
            <a:ext cx="1976324" cy="272292"/>
          </a:xfrm>
          <a:prstGeom prst="rect">
            <a:avLst/>
          </a:prstGeom>
        </p:spPr>
      </p:pic>
      <p:sp>
        <p:nvSpPr>
          <p:cNvPr id="144" name="Arrow: Right 143">
            <a:extLst>
              <a:ext uri="{FF2B5EF4-FFF2-40B4-BE49-F238E27FC236}">
                <a16:creationId xmlns:a16="http://schemas.microsoft.com/office/drawing/2014/main" id="{B92E94FB-6875-4009-8DB2-45D045C566F8}"/>
              </a:ext>
            </a:extLst>
          </p:cNvPr>
          <p:cNvSpPr/>
          <p:nvPr/>
        </p:nvSpPr>
        <p:spPr>
          <a:xfrm>
            <a:off x="8715987" y="5787415"/>
            <a:ext cx="400310" cy="1009009"/>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cxnSp>
        <p:nvCxnSpPr>
          <p:cNvPr id="145" name="Straight Connector 144">
            <a:extLst>
              <a:ext uri="{FF2B5EF4-FFF2-40B4-BE49-F238E27FC236}">
                <a16:creationId xmlns:a16="http://schemas.microsoft.com/office/drawing/2014/main" id="{882B957D-86A7-4659-804C-D652873A17CE}"/>
              </a:ext>
            </a:extLst>
          </p:cNvPr>
          <p:cNvCxnSpPr>
            <a:cxnSpLocks/>
          </p:cNvCxnSpPr>
          <p:nvPr/>
        </p:nvCxnSpPr>
        <p:spPr>
          <a:xfrm>
            <a:off x="92084" y="32811665"/>
            <a:ext cx="16021618"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62" name="Picture 61" descr="\documentclass{article}&#10;\usepackage{amsmath}&#10;\usepackage{color}&#10;\pagestyle{empty}&#10;\begin{document}&#10;&#10;$&#10;\color{blue}&#10;\boldsymbol{J}_y&#10;= \begin{bmatrix}&#10;\boldsymbol{I}_3 &amp; &#10;\boldsymbol{R}_0 \boldsymbol{L}_e &amp; &#10;\boldsymbol{R}_0 \tilde{\boldsymbol{A}}_e \\&#10;\boldsymbol{0}_{1\times 3} &amp; &#10;\boldsymbol{e}_3^T \boldsymbol{R}^e_0 \boldsymbol{W}_e &amp; &#10;\boldsymbol{e}_3^T \boldsymbol{R}^e_0 \boldsymbol{J}^q_{\omega_e}&#10;\end{bmatrix}&#10;$&#10;&#10;&#10;\end{document}" title="IguanaTex Bitmap Display">
            <a:extLst>
              <a:ext uri="{FF2B5EF4-FFF2-40B4-BE49-F238E27FC236}">
                <a16:creationId xmlns:a16="http://schemas.microsoft.com/office/drawing/2014/main" id="{8783CBAA-AEDC-41F2-B9FB-AA437B2E14A1}"/>
              </a:ext>
            </a:extLst>
          </p:cNvPr>
          <p:cNvPicPr>
            <a:picLocks noChangeAspect="1"/>
          </p:cNvPicPr>
          <p:nvPr>
            <p:custDataLst>
              <p:tags r:id="rId38"/>
            </p:custDataLst>
          </p:nvPr>
        </p:nvPicPr>
        <p:blipFill>
          <a:blip r:embed="rId105">
            <a:extLst>
              <a:ext uri="{28A0092B-C50C-407E-A947-70E740481C1C}">
                <a14:useLocalDpi xmlns:a14="http://schemas.microsoft.com/office/drawing/2010/main" val="0"/>
              </a:ext>
            </a:extLst>
          </a:blip>
          <a:stretch>
            <a:fillRect/>
          </a:stretch>
        </p:blipFill>
        <p:spPr>
          <a:xfrm>
            <a:off x="588118" y="33731923"/>
            <a:ext cx="3825286" cy="607538"/>
          </a:xfrm>
          <a:prstGeom prst="rect">
            <a:avLst/>
          </a:prstGeom>
        </p:spPr>
      </p:pic>
      <p:pic>
        <p:nvPicPr>
          <p:cNvPr id="66" name="Picture 65" descr="\documentclass{article}&#10;\usepackage{amsmath}&#10;\usepackage{color}&#10;\pagestyle{empty}&#10;\begin{document}&#10;&#10;$&#10;\color{blue}&#10;\boldsymbol{\Lambda}_{y} = \left( \boldsymbol{J}_{y} \tilde{\boldsymbol{M}}^{-1} \boldsymbol{J}_{y}^{T} \right)^{-1}&#10;$&#10;&#10;&#10;\end{document}" title="IguanaTex Bitmap Display">
            <a:extLst>
              <a:ext uri="{FF2B5EF4-FFF2-40B4-BE49-F238E27FC236}">
                <a16:creationId xmlns:a16="http://schemas.microsoft.com/office/drawing/2014/main" id="{8584E564-CDD4-4D4B-8FEE-EB66C612CFDF}"/>
              </a:ext>
            </a:extLst>
          </p:cNvPr>
          <p:cNvPicPr>
            <a:picLocks noChangeAspect="1"/>
          </p:cNvPicPr>
          <p:nvPr>
            <p:custDataLst>
              <p:tags r:id="rId39"/>
            </p:custDataLst>
          </p:nvPr>
        </p:nvPicPr>
        <p:blipFill>
          <a:blip r:embed="rId106">
            <a:extLst>
              <a:ext uri="{28A0092B-C50C-407E-A947-70E740481C1C}">
                <a14:useLocalDpi xmlns:a14="http://schemas.microsoft.com/office/drawing/2010/main" val="0"/>
              </a:ext>
            </a:extLst>
          </a:blip>
          <a:stretch>
            <a:fillRect/>
          </a:stretch>
        </p:blipFill>
        <p:spPr>
          <a:xfrm>
            <a:off x="8107027" y="33929995"/>
            <a:ext cx="2346704" cy="494814"/>
          </a:xfrm>
          <a:prstGeom prst="rect">
            <a:avLst/>
          </a:prstGeom>
        </p:spPr>
      </p:pic>
      <p:pic>
        <p:nvPicPr>
          <p:cNvPr id="190" name="Picture 189" descr="\documentclass{article}&#10;\usepackage{amsmath}&#10;\usepackage{color}&#10;\pagestyle{empty}&#10;\begin{document}&#10;&#10;$&#10;\color{blue}&#10;\dot{\boldsymbol{J}}_y&#10;= \begin{bmatrix}&#10;\boldsymbol{R}_0&#10;\begin{bmatrix} \boldsymbol{0}_{3\times3} &amp; &#10;\hat{\omega}_0 \boldsymbol{L}_e + \dot{\boldsymbol{L}}_e &amp; &#10;\hat{\omega}_0 \tilde{\boldsymbol{A}}_e + \dot{\tilde{\boldsymbol{A}}}_e &#10;\end{bmatrix} \\&#10;\boldsymbol{e}_3^T \boldsymbol{R}_0^e &#10;\begin{bmatrix} \boldsymbol{0}_{3\times3} &amp; &#10;\dot{\boldsymbol{W}}_e - \hat{\omega}_{0e}^0 \boldsymbol{W}_e &amp; &#10;\dot{\boldsymbol{J}}^q_{\omega_e} - \hat{\omega}_{0e}^0 \boldsymbol{J}^q_{\omega_e} &#10;\end{bmatrix}&#10;\end{bmatrix}&#10;$&#10;&#10;&#10;\end{document}" title="IguanaTex Bitmap Display">
            <a:extLst>
              <a:ext uri="{FF2B5EF4-FFF2-40B4-BE49-F238E27FC236}">
                <a16:creationId xmlns:a16="http://schemas.microsoft.com/office/drawing/2014/main" id="{5DABF51B-3417-46B1-A212-6C15287D6A6F}"/>
              </a:ext>
            </a:extLst>
          </p:cNvPr>
          <p:cNvPicPr>
            <a:picLocks noChangeAspect="1"/>
          </p:cNvPicPr>
          <p:nvPr>
            <p:custDataLst>
              <p:tags r:id="rId40"/>
            </p:custDataLst>
          </p:nvPr>
        </p:nvPicPr>
        <p:blipFill>
          <a:blip r:embed="rId107">
            <a:extLst>
              <a:ext uri="{28A0092B-C50C-407E-A947-70E740481C1C}">
                <a14:useLocalDpi xmlns:a14="http://schemas.microsoft.com/office/drawing/2010/main" val="0"/>
              </a:ext>
            </a:extLst>
          </a:blip>
          <a:stretch>
            <a:fillRect/>
          </a:stretch>
        </p:blipFill>
        <p:spPr>
          <a:xfrm>
            <a:off x="547590" y="34599101"/>
            <a:ext cx="5649356" cy="879831"/>
          </a:xfrm>
          <a:prstGeom prst="rect">
            <a:avLst/>
          </a:prstGeom>
        </p:spPr>
      </p:pic>
      <p:pic>
        <p:nvPicPr>
          <p:cNvPr id="68" name="Picture 67" descr="\documentclass{article}&#10;\usepackage{amsmath}&#10;\usepackage{color}&#10;\pagestyle{empty}&#10;\begin{document}&#10;&#10;$&#10;\color{blue}&#10;\boldsymbol{J}^{\dagger}_{y}&#10;=\tilde{\boldsymbol{M}}^{-1} \boldsymbol{J}^{T}_{y} \boldsymbol{\Lambda}_y&#10;$&#10;&#10;&#10;\end{document}" title="IguanaTex Bitmap Display">
            <a:extLst>
              <a:ext uri="{FF2B5EF4-FFF2-40B4-BE49-F238E27FC236}">
                <a16:creationId xmlns:a16="http://schemas.microsoft.com/office/drawing/2014/main" id="{62E8A6DE-76BB-4EF1-9D1A-9E4F4A023EB2}"/>
              </a:ext>
            </a:extLst>
          </p:cNvPr>
          <p:cNvPicPr>
            <a:picLocks noChangeAspect="1"/>
          </p:cNvPicPr>
          <p:nvPr>
            <p:custDataLst>
              <p:tags r:id="rId41"/>
            </p:custDataLst>
          </p:nvPr>
        </p:nvPicPr>
        <p:blipFill>
          <a:blip r:embed="rId108">
            <a:extLst>
              <a:ext uri="{28A0092B-C50C-407E-A947-70E740481C1C}">
                <a14:useLocalDpi xmlns:a14="http://schemas.microsoft.com/office/drawing/2010/main" val="0"/>
              </a:ext>
            </a:extLst>
          </a:blip>
          <a:stretch>
            <a:fillRect/>
          </a:stretch>
        </p:blipFill>
        <p:spPr>
          <a:xfrm>
            <a:off x="8114170" y="34641789"/>
            <a:ext cx="1799187" cy="376234"/>
          </a:xfrm>
          <a:prstGeom prst="rect">
            <a:avLst/>
          </a:prstGeom>
        </p:spPr>
      </p:pic>
      <p:pic>
        <p:nvPicPr>
          <p:cNvPr id="70" name="Picture 69" descr="\documentclass{article}&#10;\usepackage{amsmath}&#10;\usepackage{color}&#10;\pagestyle{empty}&#10;\begin{document}&#10;&#10;$&#10;\color{blue}&#10;\left(&#10;\boldsymbol{J}^{\dagger}_{y}&#10;\right)^{T}&#10;=&#10;\begin{bmatrix}&#10;\bar{\boldsymbol{J}}_{1,y} &amp;&#10;\bar{\boldsymbol{J}}_{2,y} &amp;&#10;\bar{\boldsymbol{J}}_{3,y}&#10;\end{bmatrix}&#10;$&#10;&#10;&#10;\end{document}" title="IguanaTex Bitmap Display">
            <a:extLst>
              <a:ext uri="{FF2B5EF4-FFF2-40B4-BE49-F238E27FC236}">
                <a16:creationId xmlns:a16="http://schemas.microsoft.com/office/drawing/2014/main" id="{8EBB8199-B649-4481-931F-C21B5404A800}"/>
              </a:ext>
            </a:extLst>
          </p:cNvPr>
          <p:cNvPicPr>
            <a:picLocks noChangeAspect="1"/>
          </p:cNvPicPr>
          <p:nvPr>
            <p:custDataLst>
              <p:tags r:id="rId42"/>
            </p:custDataLst>
          </p:nvPr>
        </p:nvPicPr>
        <p:blipFill>
          <a:blip r:embed="rId109">
            <a:extLst>
              <a:ext uri="{28A0092B-C50C-407E-A947-70E740481C1C}">
                <a14:useLocalDpi xmlns:a14="http://schemas.microsoft.com/office/drawing/2010/main" val="0"/>
              </a:ext>
            </a:extLst>
          </a:blip>
          <a:stretch>
            <a:fillRect/>
          </a:stretch>
        </p:blipFill>
        <p:spPr>
          <a:xfrm>
            <a:off x="10678386" y="34598829"/>
            <a:ext cx="3011334" cy="497741"/>
          </a:xfrm>
          <a:prstGeom prst="rect">
            <a:avLst/>
          </a:prstGeom>
        </p:spPr>
      </p:pic>
      <p:pic>
        <p:nvPicPr>
          <p:cNvPr id="72" name="Picture 71" descr="\documentclass{article}&#10;\usepackage{amsmath}&#10;\usepackage{color}&#10;\pagestyle{empty}&#10;\begin{document}&#10;&#10;$&#10;\displaystyle&#10;\boldsymbol{r}^{0}_{0e}(\boldsymbol{q})&#10;= \sum_{j=1}^{n} \boldsymbol{R}^{0}_{j}(\boldsymbol{q}) \boldsymbol{l}_j&#10;$&#10;&#10;&#10;\end{document}" title="IguanaTex Bitmap Display">
            <a:extLst>
              <a:ext uri="{FF2B5EF4-FFF2-40B4-BE49-F238E27FC236}">
                <a16:creationId xmlns:a16="http://schemas.microsoft.com/office/drawing/2014/main" id="{F88912D4-7366-45A2-99AF-62B4B76939B1}"/>
              </a:ext>
            </a:extLst>
          </p:cNvPr>
          <p:cNvPicPr>
            <a:picLocks noChangeAspect="1"/>
          </p:cNvPicPr>
          <p:nvPr>
            <p:custDataLst>
              <p:tags r:id="rId43"/>
            </p:custDataLst>
          </p:nvPr>
        </p:nvPicPr>
        <p:blipFill>
          <a:blip r:embed="rId110">
            <a:extLst>
              <a:ext uri="{28A0092B-C50C-407E-A947-70E740481C1C}">
                <a14:useLocalDpi xmlns:a14="http://schemas.microsoft.com/office/drawing/2010/main" val="0"/>
              </a:ext>
            </a:extLst>
          </a:blip>
          <a:stretch>
            <a:fillRect/>
          </a:stretch>
        </p:blipFill>
        <p:spPr>
          <a:xfrm>
            <a:off x="307773" y="9254058"/>
            <a:ext cx="2192988" cy="705623"/>
          </a:xfrm>
          <a:prstGeom prst="rect">
            <a:avLst/>
          </a:prstGeom>
        </p:spPr>
      </p:pic>
      <p:pic>
        <p:nvPicPr>
          <p:cNvPr id="5" name="Picture 4" descr="\documentclass{article}&#10;\usepackage{amsmath}&#10;\pagestyle{empty}&#10;\begin{document}&#10;&#10;$&#10;\displaystyle&#10;\boldsymbol{R}^{0}_{e}(\boldsymbol{q})&#10;= \prod_{j=1}^{n} \boldsymbol{R}^{j-1}_{j}(q_j)&#10;= \boldsymbol{R}^{0}_{1}(q_1) \boldsymbol{R}^{1}_{2}(q_2) \cdots \boldsymbol{R}^{n-1}_{n}(q_n),&#10;\quad &#10;\left( \boldsymbol{R}^{0}_{e}(\boldsymbol{q}) = \boldsymbol{R}^{0}_{n}(\boldsymbol{q}) \right).&#10;$&#10;&#10;&#10;\end{document}" title="IguanaTex Bitmap Display">
            <a:extLst>
              <a:ext uri="{FF2B5EF4-FFF2-40B4-BE49-F238E27FC236}">
                <a16:creationId xmlns:a16="http://schemas.microsoft.com/office/drawing/2014/main" id="{B2F301A1-669D-4C48-9244-6B0CF3A6FC08}"/>
              </a:ext>
            </a:extLst>
          </p:cNvPr>
          <p:cNvPicPr>
            <a:picLocks noChangeAspect="1"/>
          </p:cNvPicPr>
          <p:nvPr>
            <p:custDataLst>
              <p:tags r:id="rId44"/>
            </p:custDataLst>
          </p:nvPr>
        </p:nvPicPr>
        <p:blipFill>
          <a:blip r:embed="rId111">
            <a:extLst>
              <a:ext uri="{28A0092B-C50C-407E-A947-70E740481C1C}">
                <a14:useLocalDpi xmlns:a14="http://schemas.microsoft.com/office/drawing/2010/main" val="0"/>
              </a:ext>
            </a:extLst>
          </a:blip>
          <a:stretch>
            <a:fillRect/>
          </a:stretch>
        </p:blipFill>
        <p:spPr>
          <a:xfrm>
            <a:off x="274525" y="6122617"/>
            <a:ext cx="7794045" cy="705621"/>
          </a:xfrm>
          <a:prstGeom prst="rect">
            <a:avLst/>
          </a:prstGeom>
        </p:spPr>
      </p:pic>
      <p:pic>
        <p:nvPicPr>
          <p:cNvPr id="106" name="Picture 105" descr="\documentclass{article}&#10;\usepackage{amsmath}&#10;\pagestyle{empty}&#10;\begin{document}&#10;&#10;$&#10;\boldsymbol{J}_{\omega_e}^{q}(\boldsymbol{q})&#10;= \boldsymbol{J}_{\omega_n}^{q}(\boldsymbol{q})&#10;$&#10;&#10;&#10;\end{document}" title="IguanaTex Bitmap Display">
            <a:extLst>
              <a:ext uri="{FF2B5EF4-FFF2-40B4-BE49-F238E27FC236}">
                <a16:creationId xmlns:a16="http://schemas.microsoft.com/office/drawing/2014/main" id="{0D9AFA62-0F81-4371-844E-F7AB18EB832D}"/>
              </a:ext>
            </a:extLst>
          </p:cNvPr>
          <p:cNvPicPr>
            <a:picLocks noChangeAspect="1"/>
          </p:cNvPicPr>
          <p:nvPr>
            <p:custDataLst>
              <p:tags r:id="rId45"/>
            </p:custDataLst>
          </p:nvPr>
        </p:nvPicPr>
        <p:blipFill>
          <a:blip r:embed="rId112">
            <a:extLst>
              <a:ext uri="{28A0092B-C50C-407E-A947-70E740481C1C}">
                <a14:useLocalDpi xmlns:a14="http://schemas.microsoft.com/office/drawing/2010/main" val="0"/>
              </a:ext>
            </a:extLst>
          </a:blip>
          <a:stretch>
            <a:fillRect/>
          </a:stretch>
        </p:blipFill>
        <p:spPr>
          <a:xfrm>
            <a:off x="454535" y="15789769"/>
            <a:ext cx="1788942" cy="272292"/>
          </a:xfrm>
          <a:prstGeom prst="rect">
            <a:avLst/>
          </a:prstGeom>
        </p:spPr>
      </p:pic>
      <p:pic>
        <p:nvPicPr>
          <p:cNvPr id="100" name="Picture 99" descr="\documentclass{article}&#10;\usepackage{amsmath}&#10;\pagestyle{empty}&#10;\begin{document}&#10;&#10;$&#10;\dot{\boldsymbol{J}}_{\omega_e}^{q}(\boldsymbol{q})&#10;= \dot{\boldsymbol{J}}_{\omega_n}^{q}(\boldsymbol{q})&#10;$&#10;&#10;&#10;\end{document}" title="IguanaTex Bitmap Display">
            <a:extLst>
              <a:ext uri="{FF2B5EF4-FFF2-40B4-BE49-F238E27FC236}">
                <a16:creationId xmlns:a16="http://schemas.microsoft.com/office/drawing/2014/main" id="{35A5082C-53C9-448A-A328-1BD1611CA19E}"/>
              </a:ext>
            </a:extLst>
          </p:cNvPr>
          <p:cNvPicPr>
            <a:picLocks noChangeAspect="1"/>
          </p:cNvPicPr>
          <p:nvPr>
            <p:custDataLst>
              <p:tags r:id="rId46"/>
            </p:custDataLst>
          </p:nvPr>
        </p:nvPicPr>
        <p:blipFill>
          <a:blip r:embed="rId113">
            <a:extLst>
              <a:ext uri="{28A0092B-C50C-407E-A947-70E740481C1C}">
                <a14:useLocalDpi xmlns:a14="http://schemas.microsoft.com/office/drawing/2010/main" val="0"/>
              </a:ext>
            </a:extLst>
          </a:blip>
          <a:stretch>
            <a:fillRect/>
          </a:stretch>
        </p:blipFill>
        <p:spPr>
          <a:xfrm>
            <a:off x="454536" y="17419231"/>
            <a:ext cx="1788941" cy="329387"/>
          </a:xfrm>
          <a:prstGeom prst="rect">
            <a:avLst/>
          </a:prstGeom>
        </p:spPr>
      </p:pic>
      <p:pic>
        <p:nvPicPr>
          <p:cNvPr id="119" name="Picture 118" descr="\documentclass{article}&#10;\usepackage{amsmath}&#10;\pagestyle{empty}&#10;\begin{document}&#10;&#10;$&#10;\boldsymbol{\omega}_e^0&#10;= \boldsymbol{\omega}_n^0&#10;$&#10;&#10;&#10;\end{document}" title="IguanaTex Bitmap Display">
            <a:extLst>
              <a:ext uri="{FF2B5EF4-FFF2-40B4-BE49-F238E27FC236}">
                <a16:creationId xmlns:a16="http://schemas.microsoft.com/office/drawing/2014/main" id="{45B26408-308E-4C76-88B1-FD41FF4FF57E}"/>
              </a:ext>
            </a:extLst>
          </p:cNvPr>
          <p:cNvPicPr>
            <a:picLocks noChangeAspect="1"/>
          </p:cNvPicPr>
          <p:nvPr>
            <p:custDataLst>
              <p:tags r:id="rId47"/>
            </p:custDataLst>
          </p:nvPr>
        </p:nvPicPr>
        <p:blipFill>
          <a:blip r:embed="rId114">
            <a:extLst>
              <a:ext uri="{28A0092B-C50C-407E-A947-70E740481C1C}">
                <a14:useLocalDpi xmlns:a14="http://schemas.microsoft.com/office/drawing/2010/main" val="0"/>
              </a:ext>
            </a:extLst>
          </a:blip>
          <a:stretch>
            <a:fillRect/>
          </a:stretch>
        </p:blipFill>
        <p:spPr>
          <a:xfrm>
            <a:off x="541834" y="20772885"/>
            <a:ext cx="912037" cy="267901"/>
          </a:xfrm>
          <a:prstGeom prst="rect">
            <a:avLst/>
          </a:prstGeom>
        </p:spPr>
      </p:pic>
      <p:pic>
        <p:nvPicPr>
          <p:cNvPr id="114" name="Picture 113" descr="\documentclass{article}&#10;\usepackage{amsmath}&#10;\pagestyle{empty}&#10;\begin{document}&#10;&#10;$&#10;\boldsymbol{\omega}_{0e}^{0}&#10;= \boldsymbol{\omega}_{0n}^{0}&#10;$&#10;&#10;&#10;\end{document}" title="IguanaTex Bitmap Display">
            <a:extLst>
              <a:ext uri="{FF2B5EF4-FFF2-40B4-BE49-F238E27FC236}">
                <a16:creationId xmlns:a16="http://schemas.microsoft.com/office/drawing/2014/main" id="{BE608E1E-6E19-4568-B743-1095C8A770AA}"/>
              </a:ext>
            </a:extLst>
          </p:cNvPr>
          <p:cNvPicPr>
            <a:picLocks noChangeAspect="1"/>
          </p:cNvPicPr>
          <p:nvPr>
            <p:custDataLst>
              <p:tags r:id="rId48"/>
            </p:custDataLst>
          </p:nvPr>
        </p:nvPicPr>
        <p:blipFill>
          <a:blip r:embed="rId115">
            <a:extLst>
              <a:ext uri="{28A0092B-C50C-407E-A947-70E740481C1C}">
                <a14:useLocalDpi xmlns:a14="http://schemas.microsoft.com/office/drawing/2010/main" val="0"/>
              </a:ext>
            </a:extLst>
          </a:blip>
          <a:stretch>
            <a:fillRect/>
          </a:stretch>
        </p:blipFill>
        <p:spPr>
          <a:xfrm>
            <a:off x="506160" y="19194190"/>
            <a:ext cx="1100886" cy="270829"/>
          </a:xfrm>
          <a:prstGeom prst="rect">
            <a:avLst/>
          </a:prstGeom>
        </p:spPr>
      </p:pic>
      <p:pic>
        <p:nvPicPr>
          <p:cNvPr id="63" name="Picture 62" descr="\documentclass{article}&#10;\usepackage{amsmath}&#10;\usepackage{color}&#10;\pagestyle{empty}&#10;\begin{document}&#10;&#10;$&#10;\color{blue}&#10;\boldsymbol{A}_e&#10;:= \dfrac{\partial \boldsymbol{r}_{0e}^{0}}{\partial \boldsymbol{q}}, \quad&#10;[\boldsymbol{A}_e]_{:,k} =&#10;\boldsymbol{h}_k^0 \times \left(\boldsymbol{r}_{0e}^0 - \boldsymbol{r}_{0,O_{k-1}}^0\right), \quad k = 1,\dots,n.&#10;$&#10;&#10;&#10;\end{document}" title="IguanaTex Bitmap Display">
            <a:extLst>
              <a:ext uri="{FF2B5EF4-FFF2-40B4-BE49-F238E27FC236}">
                <a16:creationId xmlns:a16="http://schemas.microsoft.com/office/drawing/2014/main" id="{993B8A17-6F6B-4928-9171-ACA06C7F5BDB}"/>
              </a:ext>
            </a:extLst>
          </p:cNvPr>
          <p:cNvPicPr>
            <a:picLocks noChangeAspect="1"/>
          </p:cNvPicPr>
          <p:nvPr>
            <p:custDataLst>
              <p:tags r:id="rId49"/>
            </p:custDataLst>
          </p:nvPr>
        </p:nvPicPr>
        <p:blipFill>
          <a:blip r:embed="rId116">
            <a:extLst>
              <a:ext uri="{28A0092B-C50C-407E-A947-70E740481C1C}">
                <a14:useLocalDpi xmlns:a14="http://schemas.microsoft.com/office/drawing/2010/main" val="0"/>
              </a:ext>
            </a:extLst>
          </a:blip>
          <a:stretch>
            <a:fillRect/>
          </a:stretch>
        </p:blipFill>
        <p:spPr>
          <a:xfrm>
            <a:off x="6651283" y="9270589"/>
            <a:ext cx="6577507" cy="584114"/>
          </a:xfrm>
          <a:prstGeom prst="rect">
            <a:avLst/>
          </a:prstGeom>
        </p:spPr>
      </p:pic>
      <p:pic>
        <p:nvPicPr>
          <p:cNvPr id="136" name="Picture 135" descr="\documentclass{article}&#10;\usepackage{amsmath}&#10;\usepackage{color}&#10;\pagestyle{empty}&#10;\begin{document}&#10;&#10;$&#10;\color{blue}&#10;\tilde{\boldsymbol{A}}_e &#10;= \boldsymbol{A}_e - \boldsymbol{A}&#10;$&#10;&#10;&#10;\end{document}" title="IguanaTex Bitmap Display">
            <a:extLst>
              <a:ext uri="{FF2B5EF4-FFF2-40B4-BE49-F238E27FC236}">
                <a16:creationId xmlns:a16="http://schemas.microsoft.com/office/drawing/2014/main" id="{5E55444C-052A-4981-9532-0A1CA3C1071D}"/>
              </a:ext>
            </a:extLst>
          </p:cNvPr>
          <p:cNvPicPr>
            <a:picLocks noChangeAspect="1"/>
          </p:cNvPicPr>
          <p:nvPr>
            <p:custDataLst>
              <p:tags r:id="rId50"/>
            </p:custDataLst>
          </p:nvPr>
        </p:nvPicPr>
        <p:blipFill>
          <a:blip r:embed="rId117">
            <a:extLst>
              <a:ext uri="{28A0092B-C50C-407E-A947-70E740481C1C}">
                <a14:useLocalDpi xmlns:a14="http://schemas.microsoft.com/office/drawing/2010/main" val="0"/>
              </a:ext>
            </a:extLst>
          </a:blip>
          <a:stretch>
            <a:fillRect/>
          </a:stretch>
        </p:blipFill>
        <p:spPr>
          <a:xfrm>
            <a:off x="8843815" y="11158566"/>
            <a:ext cx="1449306" cy="267902"/>
          </a:xfrm>
          <a:prstGeom prst="rect">
            <a:avLst/>
          </a:prstGeom>
        </p:spPr>
      </p:pic>
      <p:pic>
        <p:nvPicPr>
          <p:cNvPr id="138" name="Picture 137" descr="\documentclass{article}&#10;\usepackage{amsmath}&#10;\usepackage{color}&#10;\pagestyle{empty}&#10;\begin{document}&#10;&#10;$&#10;\color{blue}&#10;\boldsymbol{d}^0_e &#10;= \boldsymbol{r}^0_{0e} - \boldsymbol{r}^0_{0c}&#10;$&#10;&#10;&#10;\end{document}" title="IguanaTex Bitmap Display">
            <a:extLst>
              <a:ext uri="{FF2B5EF4-FFF2-40B4-BE49-F238E27FC236}">
                <a16:creationId xmlns:a16="http://schemas.microsoft.com/office/drawing/2014/main" id="{6BA68899-B712-4EFD-9284-E9CDCF9C49C5}"/>
              </a:ext>
            </a:extLst>
          </p:cNvPr>
          <p:cNvPicPr>
            <a:picLocks noChangeAspect="1"/>
          </p:cNvPicPr>
          <p:nvPr>
            <p:custDataLst>
              <p:tags r:id="rId51"/>
            </p:custDataLst>
          </p:nvPr>
        </p:nvPicPr>
        <p:blipFill>
          <a:blip r:embed="rId118">
            <a:extLst>
              <a:ext uri="{28A0092B-C50C-407E-A947-70E740481C1C}">
                <a14:useLocalDpi xmlns:a14="http://schemas.microsoft.com/office/drawing/2010/main" val="0"/>
              </a:ext>
            </a:extLst>
          </a:blip>
          <a:stretch>
            <a:fillRect/>
          </a:stretch>
        </p:blipFill>
        <p:spPr>
          <a:xfrm>
            <a:off x="8826416" y="11809227"/>
            <a:ext cx="1526894" cy="289861"/>
          </a:xfrm>
          <a:prstGeom prst="rect">
            <a:avLst/>
          </a:prstGeom>
        </p:spPr>
      </p:pic>
      <p:pic>
        <p:nvPicPr>
          <p:cNvPr id="140" name="Picture 139" descr="\documentclass{article}&#10;\usepackage{amsmath}&#10;\usepackage{color}&#10;\pagestyle{empty}&#10;\begin{document}&#10;&#10;$&#10;\color{blue}&#10;\boldsymbol{L}_e &#10;= -\hat{\boldsymbol{d}}^0_e &#10;- \tilde{\boldsymbol{A}}_e \boldsymbol{N}_1&#10;$&#10;&#10;&#10;\end{document}" title="IguanaTex Bitmap Display">
            <a:extLst>
              <a:ext uri="{FF2B5EF4-FFF2-40B4-BE49-F238E27FC236}">
                <a16:creationId xmlns:a16="http://schemas.microsoft.com/office/drawing/2014/main" id="{64747E0C-39E1-4615-BCA3-EE5F4D1D84AF}"/>
              </a:ext>
            </a:extLst>
          </p:cNvPr>
          <p:cNvPicPr>
            <a:picLocks noChangeAspect="1"/>
          </p:cNvPicPr>
          <p:nvPr>
            <p:custDataLst>
              <p:tags r:id="rId52"/>
            </p:custDataLst>
          </p:nvPr>
        </p:nvPicPr>
        <p:blipFill>
          <a:blip r:embed="rId119">
            <a:extLst>
              <a:ext uri="{28A0092B-C50C-407E-A947-70E740481C1C}">
                <a14:useLocalDpi xmlns:a14="http://schemas.microsoft.com/office/drawing/2010/main" val="0"/>
              </a:ext>
            </a:extLst>
          </a:blip>
          <a:stretch>
            <a:fillRect/>
          </a:stretch>
        </p:blipFill>
        <p:spPr>
          <a:xfrm>
            <a:off x="3002785" y="26349640"/>
            <a:ext cx="2004140" cy="352810"/>
          </a:xfrm>
          <a:prstGeom prst="rect">
            <a:avLst/>
          </a:prstGeom>
        </p:spPr>
      </p:pic>
      <p:pic>
        <p:nvPicPr>
          <p:cNvPr id="163" name="Picture 162" descr="\documentclass{article}&#10;\usepackage{amsmath}&#10;\usepackage{color}&#10;\pagestyle{empty}&#10;\begin{document}&#10;&#10;$&#10;\color{blue}&#10;\boldsymbol{W}_e &#10;= \boldsymbol{I}_3 &#10;- \boldsymbol{J}^q_{\omega_e} \boldsymbol{N}_1&#10;$&#10;&#10;&#10;\end{document}" title="IguanaTex Bitmap Display">
            <a:extLst>
              <a:ext uri="{FF2B5EF4-FFF2-40B4-BE49-F238E27FC236}">
                <a16:creationId xmlns:a16="http://schemas.microsoft.com/office/drawing/2014/main" id="{04994417-86D4-4948-8A7E-B67354982345}"/>
              </a:ext>
            </a:extLst>
          </p:cNvPr>
          <p:cNvPicPr>
            <a:picLocks noChangeAspect="1"/>
          </p:cNvPicPr>
          <p:nvPr>
            <p:custDataLst>
              <p:tags r:id="rId53"/>
            </p:custDataLst>
          </p:nvPr>
        </p:nvPicPr>
        <p:blipFill>
          <a:blip r:embed="rId120">
            <a:extLst>
              <a:ext uri="{28A0092B-C50C-407E-A947-70E740481C1C}">
                <a14:useLocalDpi xmlns:a14="http://schemas.microsoft.com/office/drawing/2010/main" val="0"/>
              </a:ext>
            </a:extLst>
          </a:blip>
          <a:stretch>
            <a:fillRect/>
          </a:stretch>
        </p:blipFill>
        <p:spPr>
          <a:xfrm>
            <a:off x="2983755" y="27008721"/>
            <a:ext cx="2017316" cy="272292"/>
          </a:xfrm>
          <a:prstGeom prst="rect">
            <a:avLst/>
          </a:prstGeom>
        </p:spPr>
      </p:pic>
      <p:pic>
        <p:nvPicPr>
          <p:cNvPr id="173" name="Picture 172" descr="\documentclass{article}&#10;\usepackage{amsmath}&#10;\usepackage{color}&#10;\pagestyle{empty}&#10;\begin{document}&#10;&#10;$&#10;\color{blue}&#10;\dot{\tilde{\boldsymbol{A}}}_e &#10;= \dot{\boldsymbol{A}}_e - \dot{\boldsymbol{A}}&#10;$&#10;&#10;&#10;\end{document}" title="IguanaTex Bitmap Display">
            <a:extLst>
              <a:ext uri="{FF2B5EF4-FFF2-40B4-BE49-F238E27FC236}">
                <a16:creationId xmlns:a16="http://schemas.microsoft.com/office/drawing/2014/main" id="{BB4579E2-9F06-456A-BD5F-2F14693403D0}"/>
              </a:ext>
            </a:extLst>
          </p:cNvPr>
          <p:cNvPicPr>
            <a:picLocks noChangeAspect="1"/>
          </p:cNvPicPr>
          <p:nvPr>
            <p:custDataLst>
              <p:tags r:id="rId54"/>
            </p:custDataLst>
          </p:nvPr>
        </p:nvPicPr>
        <p:blipFill>
          <a:blip r:embed="rId121">
            <a:extLst>
              <a:ext uri="{28A0092B-C50C-407E-A947-70E740481C1C}">
                <a14:useLocalDpi xmlns:a14="http://schemas.microsoft.com/office/drawing/2010/main" val="0"/>
              </a:ext>
            </a:extLst>
          </a:blip>
          <a:stretch>
            <a:fillRect/>
          </a:stretch>
        </p:blipFill>
        <p:spPr>
          <a:xfrm>
            <a:off x="8082362" y="20031784"/>
            <a:ext cx="1449306" cy="324996"/>
          </a:xfrm>
          <a:prstGeom prst="rect">
            <a:avLst/>
          </a:prstGeom>
        </p:spPr>
      </p:pic>
      <p:pic>
        <p:nvPicPr>
          <p:cNvPr id="175" name="Picture 174" descr="\documentclass{article}&#10;\usepackage{amsmath}&#10;\usepackage{color}&#10;\pagestyle{empty}&#10;\begin{document}&#10;&#10;$&#10;\color{blue}&#10;\dot{\boldsymbol{d}}_e^0 &#10;= \tilde{\boldsymbol{A}}_e \dot{\boldsymbol{q}}&#10;$&#10;&#10;&#10;\end{document}" title="IguanaTex Bitmap Display">
            <a:extLst>
              <a:ext uri="{FF2B5EF4-FFF2-40B4-BE49-F238E27FC236}">
                <a16:creationId xmlns:a16="http://schemas.microsoft.com/office/drawing/2014/main" id="{186050E0-545E-4AC6-963C-AA194DD26119}"/>
              </a:ext>
            </a:extLst>
          </p:cNvPr>
          <p:cNvPicPr>
            <a:picLocks noChangeAspect="1"/>
          </p:cNvPicPr>
          <p:nvPr>
            <p:custDataLst>
              <p:tags r:id="rId55"/>
            </p:custDataLst>
          </p:nvPr>
        </p:nvPicPr>
        <p:blipFill>
          <a:blip r:embed="rId122">
            <a:extLst>
              <a:ext uri="{28A0092B-C50C-407E-A947-70E740481C1C}">
                <a14:useLocalDpi xmlns:a14="http://schemas.microsoft.com/office/drawing/2010/main" val="0"/>
              </a:ext>
            </a:extLst>
          </a:blip>
          <a:stretch>
            <a:fillRect/>
          </a:stretch>
        </p:blipFill>
        <p:spPr>
          <a:xfrm>
            <a:off x="8114264" y="20609137"/>
            <a:ext cx="1023297" cy="345491"/>
          </a:xfrm>
          <a:prstGeom prst="rect">
            <a:avLst/>
          </a:prstGeom>
        </p:spPr>
      </p:pic>
      <p:pic>
        <p:nvPicPr>
          <p:cNvPr id="178" name="Picture 177" descr="\documentclass{article}&#10;\usepackage{amsmath}&#10;\usepackage{color}&#10;\pagestyle{empty}&#10;\begin{document}&#10;&#10;$&#10;\color{blue}&#10;\dot{\boldsymbol{L}}_e&#10;= -\bigl(\dot{\boldsymbol{d}_i^0}\bigr)^\wedge&#10;- \dot{\tilde{\boldsymbol{A}}}_e \boldsymbol{N}_1&#10;- \tilde{\boldsymbol{A}}_e \dot{\boldsymbol{N}}_1&#10;$&#10;&#10;&#10;\end{document}" title="IguanaTex Bitmap Display">
            <a:extLst>
              <a:ext uri="{FF2B5EF4-FFF2-40B4-BE49-F238E27FC236}">
                <a16:creationId xmlns:a16="http://schemas.microsoft.com/office/drawing/2014/main" id="{0AC8584E-6F82-4664-B227-967B53581B7A}"/>
              </a:ext>
            </a:extLst>
          </p:cNvPr>
          <p:cNvPicPr>
            <a:picLocks noChangeAspect="1"/>
          </p:cNvPicPr>
          <p:nvPr>
            <p:custDataLst>
              <p:tags r:id="rId56"/>
            </p:custDataLst>
          </p:nvPr>
        </p:nvPicPr>
        <p:blipFill>
          <a:blip r:embed="rId123">
            <a:extLst>
              <a:ext uri="{28A0092B-C50C-407E-A947-70E740481C1C}">
                <a14:useLocalDpi xmlns:a14="http://schemas.microsoft.com/office/drawing/2010/main" val="0"/>
              </a:ext>
            </a:extLst>
          </a:blip>
          <a:stretch>
            <a:fillRect/>
          </a:stretch>
        </p:blipFill>
        <p:spPr>
          <a:xfrm>
            <a:off x="9528818" y="26340124"/>
            <a:ext cx="3350968" cy="371843"/>
          </a:xfrm>
          <a:prstGeom prst="rect">
            <a:avLst/>
          </a:prstGeom>
        </p:spPr>
      </p:pic>
      <p:pic>
        <p:nvPicPr>
          <p:cNvPr id="186" name="Picture 185" descr="\documentclass{article}&#10;\usepackage{amsmath}&#10;\usepackage{color}&#10;\pagestyle{empty}&#10;\begin{document}&#10;&#10;$&#10;\color{blue}&#10;\dot{\boldsymbol{W}}_e&#10;= -\dot{\boldsymbol{J}}^{q}_{\omega_e} \boldsymbol{N}_1&#10;- \boldsymbol{J}^{q}_{\omega_e} \dot{\boldsymbol{N}}_1&#10;$&#10;&#10;&#10;\end{document}" title="IguanaTex Bitmap Display">
            <a:extLst>
              <a:ext uri="{FF2B5EF4-FFF2-40B4-BE49-F238E27FC236}">
                <a16:creationId xmlns:a16="http://schemas.microsoft.com/office/drawing/2014/main" id="{1493359A-0630-4E91-BE4E-8148A4D719ED}"/>
              </a:ext>
            </a:extLst>
          </p:cNvPr>
          <p:cNvPicPr>
            <a:picLocks noChangeAspect="1"/>
          </p:cNvPicPr>
          <p:nvPr>
            <p:custDataLst>
              <p:tags r:id="rId57"/>
            </p:custDataLst>
          </p:nvPr>
        </p:nvPicPr>
        <p:blipFill>
          <a:blip r:embed="rId124">
            <a:extLst>
              <a:ext uri="{28A0092B-C50C-407E-A947-70E740481C1C}">
                <a14:useLocalDpi xmlns:a14="http://schemas.microsoft.com/office/drawing/2010/main" val="0"/>
              </a:ext>
            </a:extLst>
          </a:blip>
          <a:stretch>
            <a:fillRect/>
          </a:stretch>
        </p:blipFill>
        <p:spPr>
          <a:xfrm>
            <a:off x="9509298" y="26953528"/>
            <a:ext cx="2728793" cy="329388"/>
          </a:xfrm>
          <a:prstGeom prst="rect">
            <a:avLst/>
          </a:prstGeom>
        </p:spPr>
      </p:pic>
      <p:sp>
        <p:nvSpPr>
          <p:cNvPr id="229" name="Arrow: Right 228">
            <a:extLst>
              <a:ext uri="{FF2B5EF4-FFF2-40B4-BE49-F238E27FC236}">
                <a16:creationId xmlns:a16="http://schemas.microsoft.com/office/drawing/2014/main" id="{2274157F-7F09-4059-B152-B07C554BB8C8}"/>
              </a:ext>
            </a:extLst>
          </p:cNvPr>
          <p:cNvSpPr/>
          <p:nvPr/>
        </p:nvSpPr>
        <p:spPr>
          <a:xfrm>
            <a:off x="7228598" y="34011733"/>
            <a:ext cx="400310" cy="1009009"/>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grpSp>
        <p:nvGrpSpPr>
          <p:cNvPr id="193" name="Group 192">
            <a:extLst>
              <a:ext uri="{FF2B5EF4-FFF2-40B4-BE49-F238E27FC236}">
                <a16:creationId xmlns:a16="http://schemas.microsoft.com/office/drawing/2014/main" id="{DFFFECEF-94E6-479C-8124-59D1E9F1CD3A}"/>
              </a:ext>
            </a:extLst>
          </p:cNvPr>
          <p:cNvGrpSpPr/>
          <p:nvPr/>
        </p:nvGrpSpPr>
        <p:grpSpPr>
          <a:xfrm>
            <a:off x="355391" y="2145556"/>
            <a:ext cx="13023671" cy="1835871"/>
            <a:chOff x="4798976" y="5352489"/>
            <a:chExt cx="11783433" cy="1661041"/>
          </a:xfrm>
        </p:grpSpPr>
        <p:pic>
          <p:nvPicPr>
            <p:cNvPr id="231" name="Picture 230">
              <a:extLst>
                <a:ext uri="{FF2B5EF4-FFF2-40B4-BE49-F238E27FC236}">
                  <a16:creationId xmlns:a16="http://schemas.microsoft.com/office/drawing/2014/main" id="{AF58F4A5-BA0F-4D41-A692-28AF647331EF}"/>
                </a:ext>
              </a:extLst>
            </p:cNvPr>
            <p:cNvPicPr>
              <a:picLocks noChangeAspect="1"/>
            </p:cNvPicPr>
            <p:nvPr/>
          </p:nvPicPr>
          <p:blipFill rotWithShape="1">
            <a:blip r:embed="rId125"/>
            <a:srcRect t="21951" b="66513"/>
            <a:stretch/>
          </p:blipFill>
          <p:spPr>
            <a:xfrm>
              <a:off x="4798976" y="5352489"/>
              <a:ext cx="11783433" cy="285019"/>
            </a:xfrm>
            <a:prstGeom prst="rect">
              <a:avLst/>
            </a:prstGeom>
          </p:spPr>
        </p:pic>
        <p:pic>
          <p:nvPicPr>
            <p:cNvPr id="232" name="Picture 231">
              <a:extLst>
                <a:ext uri="{FF2B5EF4-FFF2-40B4-BE49-F238E27FC236}">
                  <a16:creationId xmlns:a16="http://schemas.microsoft.com/office/drawing/2014/main" id="{317541B2-CA69-4EF4-98DA-5C30D83DDD33}"/>
                </a:ext>
              </a:extLst>
            </p:cNvPr>
            <p:cNvPicPr>
              <a:picLocks noChangeAspect="1"/>
            </p:cNvPicPr>
            <p:nvPr/>
          </p:nvPicPr>
          <p:blipFill rotWithShape="1">
            <a:blip r:embed="rId125"/>
            <a:srcRect t="44068" b="-1"/>
            <a:stretch/>
          </p:blipFill>
          <p:spPr>
            <a:xfrm>
              <a:off x="4798976" y="5631609"/>
              <a:ext cx="11783433" cy="1381921"/>
            </a:xfrm>
            <a:prstGeom prst="rect">
              <a:avLst/>
            </a:prstGeom>
          </p:spPr>
        </p:pic>
      </p:grpSp>
      <p:pic>
        <p:nvPicPr>
          <p:cNvPr id="10" name="Picture 9" descr="\documentclass{article}&#10;\usepackage{amsmath}&#10;\usepackage{color}&#10;\pagestyle{empty}&#10;\begin{document}&#10;&#10;$&#10;\displaystyle&#10;\boldsymbol{r}_{0,O_{i}}^0(\boldsymbol{q}) &#10;= \sum_{j=1}^{i} \boldsymbol{R}_j^0 \boldsymbol{l}_j, &#10;\quad&#10;i=0,1,\ldots,n.&#10;$&#10;&#10;&#10;\end{document}" title="IguanaTex Bitmap Display">
            <a:extLst>
              <a:ext uri="{FF2B5EF4-FFF2-40B4-BE49-F238E27FC236}">
                <a16:creationId xmlns:a16="http://schemas.microsoft.com/office/drawing/2014/main" id="{B76622D3-F6A2-4E91-B225-2B1F5343B22C}"/>
              </a:ext>
            </a:extLst>
          </p:cNvPr>
          <p:cNvPicPr>
            <a:picLocks noChangeAspect="1"/>
          </p:cNvPicPr>
          <p:nvPr>
            <p:custDataLst>
              <p:tags r:id="rId58"/>
            </p:custDataLst>
          </p:nvPr>
        </p:nvPicPr>
        <p:blipFill>
          <a:blip r:embed="rId126">
            <a:extLst>
              <a:ext uri="{28A0092B-C50C-407E-A947-70E740481C1C}">
                <a14:useLocalDpi xmlns:a14="http://schemas.microsoft.com/office/drawing/2010/main" val="0"/>
              </a:ext>
            </a:extLst>
          </a:blip>
          <a:stretch>
            <a:fillRect/>
          </a:stretch>
        </p:blipFill>
        <p:spPr>
          <a:xfrm>
            <a:off x="139251" y="8329968"/>
            <a:ext cx="3924834" cy="743684"/>
          </a:xfrm>
          <a:prstGeom prst="rect">
            <a:avLst/>
          </a:prstGeom>
        </p:spPr>
      </p:pic>
      <p:pic>
        <p:nvPicPr>
          <p:cNvPr id="38" name="Picture 37" descr="\documentclass{article}&#10;\usepackage{amsmath}&#10;\usepackage{color}&#10;\pagestyle{empty}&#10;\begin{document}&#10;&#10;$&#10;\color{blue}&#10;\boldsymbol{A}_i&#10;:= \dfrac{\partial \boldsymbol{r}_{0i}^{0}}{\partial \boldsymbol{q}}, \quad&#10;[\boldsymbol{A}_i]_{:,k} =&#10;\begin{cases}&#10;\boldsymbol{h}_k^0 \times \left(\boldsymbol{r}_{0i}^0 - \boldsymbol{r}_{0,O_{k-1}}^0\right), &amp; k \leq i, \\&#10;\boldsymbol{0}, &amp; k &gt; i,&#10;\end{cases}&#10;\quad i=0,\ldots,n.&#10;$&#10;&#10;&#10;\end{document}" title="IguanaTex Bitmap Display">
            <a:extLst>
              <a:ext uri="{FF2B5EF4-FFF2-40B4-BE49-F238E27FC236}">
                <a16:creationId xmlns:a16="http://schemas.microsoft.com/office/drawing/2014/main" id="{F8CE9586-6168-4048-864E-3F36FAB297A5}"/>
              </a:ext>
            </a:extLst>
          </p:cNvPr>
          <p:cNvPicPr>
            <a:picLocks noChangeAspect="1"/>
          </p:cNvPicPr>
          <p:nvPr>
            <p:custDataLst>
              <p:tags r:id="rId59"/>
            </p:custDataLst>
          </p:nvPr>
        </p:nvPicPr>
        <p:blipFill>
          <a:blip r:embed="rId127">
            <a:extLst>
              <a:ext uri="{28A0092B-C50C-407E-A947-70E740481C1C}">
                <a14:useLocalDpi xmlns:a14="http://schemas.microsoft.com/office/drawing/2010/main" val="0"/>
              </a:ext>
            </a:extLst>
          </a:blip>
          <a:stretch>
            <a:fillRect/>
          </a:stretch>
        </p:blipFill>
        <p:spPr>
          <a:xfrm>
            <a:off x="6665315" y="8223729"/>
            <a:ext cx="7511500" cy="762716"/>
          </a:xfrm>
          <a:prstGeom prst="rect">
            <a:avLst/>
          </a:prstGeom>
        </p:spPr>
      </p:pic>
      <p:grpSp>
        <p:nvGrpSpPr>
          <p:cNvPr id="77" name="Group 76">
            <a:extLst>
              <a:ext uri="{FF2B5EF4-FFF2-40B4-BE49-F238E27FC236}">
                <a16:creationId xmlns:a16="http://schemas.microsoft.com/office/drawing/2014/main" id="{4D8F4182-CD79-43C9-8623-26324F0DF166}"/>
              </a:ext>
            </a:extLst>
          </p:cNvPr>
          <p:cNvGrpSpPr/>
          <p:nvPr/>
        </p:nvGrpSpPr>
        <p:grpSpPr>
          <a:xfrm>
            <a:off x="5953200" y="17536229"/>
            <a:ext cx="10007756" cy="762716"/>
            <a:chOff x="478044" y="14189134"/>
            <a:chExt cx="10007756" cy="762716"/>
          </a:xfrm>
        </p:grpSpPr>
        <p:pic>
          <p:nvPicPr>
            <p:cNvPr id="76" name="Picture 75" descr="\documentclass{article}&#10;\usepackage{amsmath}&#10;\usepackage{color}&#10;\pagestyle{empty}&#10;\begin{document}&#10;&#10;$&#10;\color{blue}&#10;\dot{\boldsymbol{A}}_i&#10;:= \dfrac{\partial \dot{\boldsymbol{r}}_{0i}^{0}}{\partial \boldsymbol{q}}, \quad&#10;[\dot{\boldsymbol{A}}_i]_{:,k}&#10;= \begin{cases}&#10;\dot{\boldsymbol{h}}_k^0 \times \left(\boldsymbol{r}_{0i}^0 - \boldsymbol{r}_{0,O_{k-1}}^0\right)&#10;+ \boldsymbol{h}_k^0 \times \left(\dot{\boldsymbol{r}}_{0i}^0 - \dot{\boldsymbol{r}}_{0,O_{k-1}}^0\right), &amp; k \leq i, \\&#10;\boldsymbol{0}, &amp; k &gt; i,&#10;\end{cases}&#10;$&#10;&#10;&#10;\end{document}" title="IguanaTex Bitmap Display">
              <a:extLst>
                <a:ext uri="{FF2B5EF4-FFF2-40B4-BE49-F238E27FC236}">
                  <a16:creationId xmlns:a16="http://schemas.microsoft.com/office/drawing/2014/main" id="{616B374D-195E-40BD-93DB-4860A485FCA3}"/>
                </a:ext>
              </a:extLst>
            </p:cNvPr>
            <p:cNvPicPr>
              <a:picLocks noChangeAspect="1"/>
            </p:cNvPicPr>
            <p:nvPr>
              <p:custDataLst>
                <p:tags r:id="rId64"/>
              </p:custDataLst>
            </p:nvPr>
          </p:nvPicPr>
          <p:blipFill>
            <a:blip r:embed="rId128">
              <a:extLst>
                <a:ext uri="{28A0092B-C50C-407E-A947-70E740481C1C}">
                  <a14:useLocalDpi xmlns:a14="http://schemas.microsoft.com/office/drawing/2010/main" val="0"/>
                </a:ext>
              </a:extLst>
            </a:blip>
            <a:stretch>
              <a:fillRect/>
            </a:stretch>
          </p:blipFill>
          <p:spPr>
            <a:xfrm>
              <a:off x="478044" y="14189134"/>
              <a:ext cx="8467453" cy="762716"/>
            </a:xfrm>
            <a:prstGeom prst="rect">
              <a:avLst/>
            </a:prstGeom>
          </p:spPr>
        </p:pic>
        <p:pic>
          <p:nvPicPr>
            <p:cNvPr id="20" name="Picture 19" descr="\documentclass{article}&#10;\usepackage{amsmath}&#10;\usepackage{color}&#10;\pagestyle{empty}&#10;\begin{document}&#10;&#10;$&#10;\color{blue}&#10;i=0,\ldots,n.&#10;$&#10;&#10;&#10;\end{document}" title="IguanaTex Bitmap Display">
              <a:extLst>
                <a:ext uri="{FF2B5EF4-FFF2-40B4-BE49-F238E27FC236}">
                  <a16:creationId xmlns:a16="http://schemas.microsoft.com/office/drawing/2014/main" id="{063BFB26-1656-4BF9-BF10-F4D6DA3B0D89}"/>
                </a:ext>
              </a:extLst>
            </p:cNvPr>
            <p:cNvPicPr>
              <a:picLocks noChangeAspect="1"/>
            </p:cNvPicPr>
            <p:nvPr>
              <p:custDataLst>
                <p:tags r:id="rId65"/>
              </p:custDataLst>
            </p:nvPr>
          </p:nvPicPr>
          <p:blipFill>
            <a:blip r:embed="rId129">
              <a:extLst>
                <a:ext uri="{28A0092B-C50C-407E-A947-70E740481C1C}">
                  <a14:useLocalDpi xmlns:a14="http://schemas.microsoft.com/office/drawing/2010/main" val="0"/>
                </a:ext>
              </a:extLst>
            </a:blip>
            <a:stretch>
              <a:fillRect/>
            </a:stretch>
          </p:blipFill>
          <p:spPr>
            <a:xfrm>
              <a:off x="9226808" y="14509663"/>
              <a:ext cx="1258992" cy="213736"/>
            </a:xfrm>
            <a:prstGeom prst="rect">
              <a:avLst/>
            </a:prstGeom>
          </p:spPr>
        </p:pic>
      </p:grpSp>
      <p:grpSp>
        <p:nvGrpSpPr>
          <p:cNvPr id="91" name="Group 90">
            <a:extLst>
              <a:ext uri="{FF2B5EF4-FFF2-40B4-BE49-F238E27FC236}">
                <a16:creationId xmlns:a16="http://schemas.microsoft.com/office/drawing/2014/main" id="{3F32F833-B785-4FCE-93B3-27932ADDB0FC}"/>
              </a:ext>
            </a:extLst>
          </p:cNvPr>
          <p:cNvGrpSpPr/>
          <p:nvPr/>
        </p:nvGrpSpPr>
        <p:grpSpPr>
          <a:xfrm>
            <a:off x="5929420" y="18422093"/>
            <a:ext cx="9064674" cy="601682"/>
            <a:chOff x="454264" y="15189298"/>
            <a:chExt cx="9064674" cy="601682"/>
          </a:xfrm>
        </p:grpSpPr>
        <p:pic>
          <p:nvPicPr>
            <p:cNvPr id="81" name="Picture 80" descr="\documentclass{article}&#10;\usepackage{amsmath}&#10;\usepackage{color}&#10;\pagestyle{empty}&#10;\begin{document}&#10;&#10;$&#10;\color{blue}&#10;\dot{\boldsymbol{A}}_e&#10;:= \dfrac{\partial \dot{\boldsymbol{r}}_{0e}^{0}}{\partial \boldsymbol{q}}, \quad&#10;[\dot{\boldsymbol{A}}_e]_{:,k} =&#10;\dot{\boldsymbol{h}}_k^0 \times \left(\boldsymbol{r}_{0e}^0 - \boldsymbol{r}_{0,O_{k-1}}^0\right)&#10;+ \boldsymbol{h}_k^0 \times \left(\dot{\boldsymbol{r}}_{0e}^0 - \dot{\boldsymbol{r}}_{0,O_{k-1}}^0\right)&#10;$&#10;&#10;&#10;\end{document}" title="IguanaTex Bitmap Display">
              <a:extLst>
                <a:ext uri="{FF2B5EF4-FFF2-40B4-BE49-F238E27FC236}">
                  <a16:creationId xmlns:a16="http://schemas.microsoft.com/office/drawing/2014/main" id="{BFA3166C-C2DB-4775-974D-90259C650BDD}"/>
                </a:ext>
              </a:extLst>
            </p:cNvPr>
            <p:cNvPicPr>
              <a:picLocks noChangeAspect="1"/>
            </p:cNvPicPr>
            <p:nvPr>
              <p:custDataLst>
                <p:tags r:id="rId62"/>
              </p:custDataLst>
            </p:nvPr>
          </p:nvPicPr>
          <p:blipFill>
            <a:blip r:embed="rId130">
              <a:extLst>
                <a:ext uri="{28A0092B-C50C-407E-A947-70E740481C1C}">
                  <a14:useLocalDpi xmlns:a14="http://schemas.microsoft.com/office/drawing/2010/main" val="0"/>
                </a:ext>
              </a:extLst>
            </a:blip>
            <a:stretch>
              <a:fillRect/>
            </a:stretch>
          </p:blipFill>
          <p:spPr>
            <a:xfrm>
              <a:off x="454264" y="15189298"/>
              <a:ext cx="7401703" cy="601682"/>
            </a:xfrm>
            <a:prstGeom prst="rect">
              <a:avLst/>
            </a:prstGeom>
          </p:spPr>
        </p:pic>
        <p:pic>
          <p:nvPicPr>
            <p:cNvPr id="86" name="Picture 85" descr="\documentclass{article}&#10;\usepackage{amsmath}&#10;\usepackage{color}&#10;\pagestyle{empty}&#10;\begin{document}&#10;&#10;$&#10;\color{blue}&#10;k = 1,\dots,n.&#10;$&#10;&#10;&#10;\end{document}" title="IguanaTex Bitmap Display">
              <a:extLst>
                <a:ext uri="{FF2B5EF4-FFF2-40B4-BE49-F238E27FC236}">
                  <a16:creationId xmlns:a16="http://schemas.microsoft.com/office/drawing/2014/main" id="{672863DE-5904-4D14-9056-D417F2822F05}"/>
                </a:ext>
              </a:extLst>
            </p:cNvPr>
            <p:cNvPicPr>
              <a:picLocks noChangeAspect="1"/>
            </p:cNvPicPr>
            <p:nvPr>
              <p:custDataLst>
                <p:tags r:id="rId63"/>
              </p:custDataLst>
            </p:nvPr>
          </p:nvPicPr>
          <p:blipFill>
            <a:blip r:embed="rId131">
              <a:extLst>
                <a:ext uri="{28A0092B-C50C-407E-A947-70E740481C1C}">
                  <a14:useLocalDpi xmlns:a14="http://schemas.microsoft.com/office/drawing/2010/main" val="0"/>
                </a:ext>
              </a:extLst>
            </a:blip>
            <a:stretch>
              <a:fillRect/>
            </a:stretch>
          </p:blipFill>
          <p:spPr>
            <a:xfrm>
              <a:off x="8214564" y="15439703"/>
              <a:ext cx="1304374" cy="221056"/>
            </a:xfrm>
            <a:prstGeom prst="rect">
              <a:avLst/>
            </a:prstGeom>
          </p:spPr>
        </p:pic>
      </p:grpSp>
      <p:sp>
        <p:nvSpPr>
          <p:cNvPr id="146" name="TextBox 145">
            <a:extLst>
              <a:ext uri="{FF2B5EF4-FFF2-40B4-BE49-F238E27FC236}">
                <a16:creationId xmlns:a16="http://schemas.microsoft.com/office/drawing/2014/main" id="{986A4CBF-1C7A-4979-B2BA-1C74EB81BE9F}"/>
              </a:ext>
            </a:extLst>
          </p:cNvPr>
          <p:cNvSpPr txBox="1"/>
          <p:nvPr/>
        </p:nvSpPr>
        <p:spPr>
          <a:xfrm>
            <a:off x="183602" y="12539588"/>
            <a:ext cx="4419760" cy="445828"/>
          </a:xfrm>
          <a:prstGeom prst="rect">
            <a:avLst/>
          </a:prstGeom>
          <a:noFill/>
        </p:spPr>
        <p:txBody>
          <a:bodyPr wrap="square" rtlCol="0">
            <a:spAutoFit/>
          </a:bodyPr>
          <a:lstStyle/>
          <a:p>
            <a:r>
              <a:rPr lang="en-US" altLang="zh-CN" sz="2297" b="1" dirty="0">
                <a:latin typeface="Georgia" panose="02040502050405020303" pitchFamily="18" charset="0"/>
              </a:rPr>
              <a:t>Kinematics – Rotation</a:t>
            </a:r>
            <a:endParaRPr lang="zh-CN" altLang="en-US" sz="2297" b="1" dirty="0">
              <a:latin typeface="Georgia" panose="02040502050405020303" pitchFamily="18" charset="0"/>
            </a:endParaRPr>
          </a:p>
        </p:txBody>
      </p:sp>
      <p:pic>
        <p:nvPicPr>
          <p:cNvPr id="123" name="Picture 122" descr="\documentclass{article}&#10;\usepackage{amsmath}&#10;\pagestyle{empty}&#10;\begin{document}&#10;&#10;$&#10;\dot{\boldsymbol{r}}_{0,O_i}^0(\boldsymbol{q}) &#10;= \begin{cases}&#10;\boldsymbol{0}, &amp; i = 0, \\&#10;\displaystyle\sum_{j=1}^{i} \hat{\boldsymbol{\omega}}_{0j}^0 \boldsymbol{R}_j^0 \boldsymbol{l}_j, &amp; i = 1,\dots,n.&#10;\end{cases}&#10;$&#10;&#10;&#10;\end{document}" title="IguanaTex Bitmap Display">
            <a:extLst>
              <a:ext uri="{FF2B5EF4-FFF2-40B4-BE49-F238E27FC236}">
                <a16:creationId xmlns:a16="http://schemas.microsoft.com/office/drawing/2014/main" id="{890621F5-3574-4F79-9659-1A86033C4ACE}"/>
              </a:ext>
            </a:extLst>
          </p:cNvPr>
          <p:cNvPicPr>
            <a:picLocks noChangeAspect="1"/>
          </p:cNvPicPr>
          <p:nvPr>
            <p:custDataLst>
              <p:tags r:id="rId60"/>
            </p:custDataLst>
          </p:nvPr>
        </p:nvPicPr>
        <p:blipFill>
          <a:blip r:embed="rId132">
            <a:extLst>
              <a:ext uri="{28A0092B-C50C-407E-A947-70E740481C1C}">
                <a14:useLocalDpi xmlns:a14="http://schemas.microsoft.com/office/drawing/2010/main" val="0"/>
              </a:ext>
            </a:extLst>
          </a:blip>
          <a:stretch>
            <a:fillRect/>
          </a:stretch>
        </p:blipFill>
        <p:spPr>
          <a:xfrm>
            <a:off x="10009979" y="14693689"/>
            <a:ext cx="4252752" cy="1171163"/>
          </a:xfrm>
          <a:prstGeom prst="rect">
            <a:avLst/>
          </a:prstGeom>
        </p:spPr>
      </p:pic>
      <p:sp>
        <p:nvSpPr>
          <p:cNvPr id="174" name="Arrow: Right 173">
            <a:extLst>
              <a:ext uri="{FF2B5EF4-FFF2-40B4-BE49-F238E27FC236}">
                <a16:creationId xmlns:a16="http://schemas.microsoft.com/office/drawing/2014/main" id="{3F92B7BF-AC04-4265-92B8-82D2C15E6DD9}"/>
              </a:ext>
            </a:extLst>
          </p:cNvPr>
          <p:cNvSpPr/>
          <p:nvPr/>
        </p:nvSpPr>
        <p:spPr>
          <a:xfrm>
            <a:off x="4678224" y="19097475"/>
            <a:ext cx="400310" cy="1009009"/>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cxnSp>
        <p:nvCxnSpPr>
          <p:cNvPr id="179" name="Straight Connector 178">
            <a:extLst>
              <a:ext uri="{FF2B5EF4-FFF2-40B4-BE49-F238E27FC236}">
                <a16:creationId xmlns:a16="http://schemas.microsoft.com/office/drawing/2014/main" id="{22A8E06B-2104-4177-A1F1-57225607B165}"/>
              </a:ext>
            </a:extLst>
          </p:cNvPr>
          <p:cNvCxnSpPr>
            <a:cxnSpLocks/>
          </p:cNvCxnSpPr>
          <p:nvPr/>
        </p:nvCxnSpPr>
        <p:spPr>
          <a:xfrm>
            <a:off x="80695" y="27624763"/>
            <a:ext cx="16033007"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180" name="Arrow: Right 179">
            <a:extLst>
              <a:ext uri="{FF2B5EF4-FFF2-40B4-BE49-F238E27FC236}">
                <a16:creationId xmlns:a16="http://schemas.microsoft.com/office/drawing/2014/main" id="{43629D56-BB13-4593-927C-BA087E979608}"/>
              </a:ext>
            </a:extLst>
          </p:cNvPr>
          <p:cNvSpPr/>
          <p:nvPr/>
        </p:nvSpPr>
        <p:spPr>
          <a:xfrm rot="5400000">
            <a:off x="11515750" y="16198384"/>
            <a:ext cx="400310" cy="1009009"/>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sp>
        <p:nvSpPr>
          <p:cNvPr id="181" name="TextBox 180">
            <a:extLst>
              <a:ext uri="{FF2B5EF4-FFF2-40B4-BE49-F238E27FC236}">
                <a16:creationId xmlns:a16="http://schemas.microsoft.com/office/drawing/2014/main" id="{1952BC52-0B3C-4689-8542-A2BFD366B8D4}"/>
              </a:ext>
            </a:extLst>
          </p:cNvPr>
          <p:cNvSpPr txBox="1"/>
          <p:nvPr/>
        </p:nvSpPr>
        <p:spPr>
          <a:xfrm>
            <a:off x="301068" y="33053453"/>
            <a:ext cx="7010338" cy="445828"/>
          </a:xfrm>
          <a:prstGeom prst="rect">
            <a:avLst/>
          </a:prstGeom>
          <a:noFill/>
        </p:spPr>
        <p:txBody>
          <a:bodyPr wrap="square" rtlCol="0">
            <a:spAutoFit/>
          </a:bodyPr>
          <a:lstStyle/>
          <a:p>
            <a:r>
              <a:rPr lang="en-US" altLang="zh-CN" sz="2297" b="1" dirty="0">
                <a:latin typeface="Georgia" panose="02040502050405020303" pitchFamily="18" charset="0"/>
              </a:rPr>
              <a:t>Transformed Dynamic – End-effector</a:t>
            </a:r>
            <a:endParaRPr lang="zh-CN" altLang="en-US" sz="2297" b="1" dirty="0">
              <a:latin typeface="Georgia" panose="02040502050405020303" pitchFamily="18" charset="0"/>
            </a:endParaRPr>
          </a:p>
        </p:txBody>
      </p:sp>
      <p:pic>
        <p:nvPicPr>
          <p:cNvPr id="141" name="Picture 140" descr="\documentclass{article}&#10;\usepackage{amsmath}&#10;\pagestyle{empty}&#10;\begin{document}&#10;&#10;$&#10;\boldsymbol{r}_{0i}^0(\boldsymbol{q}) =&#10;\begin{cases}&#10;\boldsymbol{0}_3, &amp; i = 0, \\&#10;\boldsymbol{r}_{0,O_{i-1}}^0(\boldsymbol{q}) + \boldsymbol{R}_i^0(\boldsymbol{q})\dfrac{\boldsymbol{l}_i}{2}, &amp; i = 1,\dots,n.&#10;\end{cases}&#10;$&#10;&#10;&#10;\end{document}" title="IguanaTex Bitmap Display">
            <a:extLst>
              <a:ext uri="{FF2B5EF4-FFF2-40B4-BE49-F238E27FC236}">
                <a16:creationId xmlns:a16="http://schemas.microsoft.com/office/drawing/2014/main" id="{350D388C-2B3E-441E-A17B-069577FDF25B}"/>
              </a:ext>
            </a:extLst>
          </p:cNvPr>
          <p:cNvPicPr>
            <a:picLocks noChangeAspect="1"/>
          </p:cNvPicPr>
          <p:nvPr>
            <p:custDataLst>
              <p:tags r:id="rId61"/>
            </p:custDataLst>
          </p:nvPr>
        </p:nvPicPr>
        <p:blipFill>
          <a:blip r:embed="rId133">
            <a:extLst>
              <a:ext uri="{28A0092B-C50C-407E-A947-70E740481C1C}">
                <a14:useLocalDpi xmlns:a14="http://schemas.microsoft.com/office/drawing/2010/main" val="0"/>
              </a:ext>
            </a:extLst>
          </a:blip>
          <a:stretch>
            <a:fillRect/>
          </a:stretch>
        </p:blipFill>
        <p:spPr>
          <a:xfrm>
            <a:off x="311881" y="10144982"/>
            <a:ext cx="5000837" cy="879829"/>
          </a:xfrm>
          <a:prstGeom prst="rect">
            <a:avLst/>
          </a:prstGeom>
        </p:spPr>
      </p:pic>
    </p:spTree>
    <p:extLst>
      <p:ext uri="{BB962C8B-B14F-4D97-AF65-F5344CB8AC3E}">
        <p14:creationId xmlns:p14="http://schemas.microsoft.com/office/powerpoint/2010/main" val="485816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7EB4C52-2526-4457-8CAA-D7EAC8F37860}"/>
              </a:ext>
            </a:extLst>
          </p:cNvPr>
          <p:cNvSpPr txBox="1"/>
          <p:nvPr/>
        </p:nvSpPr>
        <p:spPr>
          <a:xfrm>
            <a:off x="383942" y="257097"/>
            <a:ext cx="6984604" cy="445828"/>
          </a:xfrm>
          <a:prstGeom prst="rect">
            <a:avLst/>
          </a:prstGeom>
          <a:noFill/>
        </p:spPr>
        <p:txBody>
          <a:bodyPr wrap="none" rtlCol="0">
            <a:spAutoFit/>
          </a:bodyPr>
          <a:lstStyle/>
          <a:p>
            <a:r>
              <a:rPr lang="en-US" altLang="zh-CN" sz="2297" b="1" dirty="0">
                <a:latin typeface="Georgia" panose="02040502050405020303" pitchFamily="18" charset="0"/>
              </a:rPr>
              <a:t>Computation Flowchart – Original Dynamics</a:t>
            </a:r>
            <a:endParaRPr lang="zh-CN" altLang="en-US" sz="2297" b="1" dirty="0">
              <a:latin typeface="Georgia" panose="02040502050405020303" pitchFamily="18" charset="0"/>
            </a:endParaRPr>
          </a:p>
        </p:txBody>
      </p:sp>
      <p:pic>
        <p:nvPicPr>
          <p:cNvPr id="12" name="Picture 11" descr="\documentclass{article}&#10;\usepackage{amsmath}&#10;\pagestyle{empty}&#10;\begin{document}&#10;&#10;$&#10;\displaystyle&#10;\boldsymbol{M}(\boldsymbol{q}) = \sum_{i=0}^{n}&#10;\left(&#10;  {\boldsymbol{J}_{v_i}^{\prime}}^T m_i \boldsymbol{J}_{v_i}^{\prime}&#10;+ \boldsymbol{J}_{\omega_i}^T \boldsymbol{I}_i^0 \boldsymbol{J}_{\omega_i}&#10;\right)&#10;$&#10;&#10;&#10;\end{document}" title="IguanaTex Bitmap Display">
            <a:extLst>
              <a:ext uri="{FF2B5EF4-FFF2-40B4-BE49-F238E27FC236}">
                <a16:creationId xmlns:a16="http://schemas.microsoft.com/office/drawing/2014/main" id="{D9E1A8C7-BDE8-42FD-A162-D2E82AEC958A}"/>
              </a:ext>
            </a:extLst>
          </p:cNvPr>
          <p:cNvPicPr>
            <a:picLocks noChangeAspect="1"/>
          </p:cNvPicPr>
          <p:nvPr>
            <p:custDataLst>
              <p:tags r:id="rId1"/>
            </p:custDataLst>
          </p:nvPr>
        </p:nvPicPr>
        <p:blipFill>
          <a:blip r:embed="rId12">
            <a:extLst>
              <a:ext uri="{28A0092B-C50C-407E-A947-70E740481C1C}">
                <a14:useLocalDpi xmlns:a14="http://schemas.microsoft.com/office/drawing/2010/main" val="0"/>
              </a:ext>
            </a:extLst>
          </a:blip>
          <a:stretch>
            <a:fillRect/>
          </a:stretch>
        </p:blipFill>
        <p:spPr>
          <a:xfrm>
            <a:off x="581685" y="6113529"/>
            <a:ext cx="5958900" cy="981791"/>
          </a:xfrm>
          <a:prstGeom prst="rect">
            <a:avLst/>
          </a:prstGeom>
        </p:spPr>
      </p:pic>
      <p:pic>
        <p:nvPicPr>
          <p:cNvPr id="17" name="Picture 16" descr="\documentclass{article}&#10;\usepackage{amsmath}&#10;\pagestyle{empty}&#10;\begin{document}&#10;&#10;$&#10;\boldsymbol{J}_{v_i}^{\prime}&#10;= \begin{bmatrix}&#10;\boldsymbol{I}_3 &amp; -\hat{\boldsymbol{r}}_{0i}^{0} &amp; \boldsymbol{A}_i&#10;\end{bmatrix}&#10;$&#10;&#10;&#10;\end{document}" title="IguanaTex Bitmap Display">
            <a:extLst>
              <a:ext uri="{FF2B5EF4-FFF2-40B4-BE49-F238E27FC236}">
                <a16:creationId xmlns:a16="http://schemas.microsoft.com/office/drawing/2014/main" id="{9F959740-F5EF-4246-861C-4B6F66BA0946}"/>
              </a:ext>
            </a:extLst>
          </p:cNvPr>
          <p:cNvPicPr>
            <a:picLocks noChangeAspect="1"/>
          </p:cNvPicPr>
          <p:nvPr>
            <p:custDataLst>
              <p:tags r:id="rId2"/>
            </p:custDataLst>
          </p:nvPr>
        </p:nvPicPr>
        <p:blipFill>
          <a:blip r:embed="rId13">
            <a:extLst>
              <a:ext uri="{28A0092B-C50C-407E-A947-70E740481C1C}">
                <a14:useLocalDpi xmlns:a14="http://schemas.microsoft.com/office/drawing/2010/main" val="0"/>
              </a:ext>
            </a:extLst>
          </a:blip>
          <a:stretch>
            <a:fillRect/>
          </a:stretch>
        </p:blipFill>
        <p:spPr>
          <a:xfrm>
            <a:off x="638921" y="2938983"/>
            <a:ext cx="3441598" cy="449366"/>
          </a:xfrm>
          <a:prstGeom prst="rect">
            <a:avLst/>
          </a:prstGeom>
        </p:spPr>
      </p:pic>
      <p:pic>
        <p:nvPicPr>
          <p:cNvPr id="5" name="Picture 4" descr="\documentclass{article}&#10;\usepackage{amsmath}&#10;\pagestyle{empty}&#10;\begin{document}&#10;&#10;$&#10;\displaystyle&#10;\boldsymbol{g}(\boldsymbol{R}_0,\boldsymbol{q}) &#10;= \sum_{i=0}^{n} \boldsymbol{J}_{v_i}^T m_i g \boldsymbol{e}_3 &#10;$&#10;&#10;&#10;\end{document}" title="IguanaTex Bitmap Display">
            <a:extLst>
              <a:ext uri="{FF2B5EF4-FFF2-40B4-BE49-F238E27FC236}">
                <a16:creationId xmlns:a16="http://schemas.microsoft.com/office/drawing/2014/main" id="{968D8F7D-9A5E-4A0F-A562-D9BFA334CBB0}"/>
              </a:ext>
            </a:extLst>
          </p:cNvPr>
          <p:cNvPicPr>
            <a:picLocks noChangeAspect="1"/>
          </p:cNvPicPr>
          <p:nvPr>
            <p:custDataLst>
              <p:tags r:id="rId3"/>
            </p:custDataLst>
          </p:nvPr>
        </p:nvPicPr>
        <p:blipFill>
          <a:blip r:embed="rId14">
            <a:extLst>
              <a:ext uri="{28A0092B-C50C-407E-A947-70E740481C1C}">
                <a14:useLocalDpi xmlns:a14="http://schemas.microsoft.com/office/drawing/2010/main" val="0"/>
              </a:ext>
            </a:extLst>
          </a:blip>
          <a:stretch>
            <a:fillRect/>
          </a:stretch>
        </p:blipFill>
        <p:spPr>
          <a:xfrm>
            <a:off x="462886" y="8694713"/>
            <a:ext cx="3820684" cy="981789"/>
          </a:xfrm>
          <a:prstGeom prst="rect">
            <a:avLst/>
          </a:prstGeom>
        </p:spPr>
      </p:pic>
      <p:pic>
        <p:nvPicPr>
          <p:cNvPr id="44" name="Picture 43" descr="\documentclass{article}&#10;\usepackage{amsmath}&#10;\pagestyle{empty}&#10;\begin{document}&#10;&#10;$&#10;\boldsymbol{J}_{\omega_i}&#10;= \begin{bmatrix}&#10;\boldsymbol{0}_{3 \times 3}&#10;&amp; \boldsymbol{I}_3&#10;&amp; \boldsymbol{J}_{\omega_i}^q&#10;\end{bmatrix}&#10;$&#10;&#10;&#10;\end{document}" title="IguanaTex Bitmap Display">
            <a:extLst>
              <a:ext uri="{FF2B5EF4-FFF2-40B4-BE49-F238E27FC236}">
                <a16:creationId xmlns:a16="http://schemas.microsoft.com/office/drawing/2014/main" id="{C8D46B34-02B3-4BAE-BF11-9FC1C121C8DF}"/>
              </a:ext>
            </a:extLst>
          </p:cNvPr>
          <p:cNvPicPr>
            <a:picLocks noChangeAspect="1"/>
          </p:cNvPicPr>
          <p:nvPr>
            <p:custDataLst>
              <p:tags r:id="rId4"/>
            </p:custDataLst>
          </p:nvPr>
        </p:nvPicPr>
        <p:blipFill>
          <a:blip r:embed="rId15">
            <a:extLst>
              <a:ext uri="{28A0092B-C50C-407E-A947-70E740481C1C}">
                <a14:useLocalDpi xmlns:a14="http://schemas.microsoft.com/office/drawing/2010/main" val="0"/>
              </a:ext>
            </a:extLst>
          </a:blip>
          <a:stretch>
            <a:fillRect/>
          </a:stretch>
        </p:blipFill>
        <p:spPr>
          <a:xfrm>
            <a:off x="638923" y="3714660"/>
            <a:ext cx="3614102" cy="432328"/>
          </a:xfrm>
          <a:prstGeom prst="rect">
            <a:avLst/>
          </a:prstGeom>
        </p:spPr>
      </p:pic>
      <p:pic>
        <p:nvPicPr>
          <p:cNvPr id="10" name="Picture 9" descr="\documentclass{article}&#10;\usepackage{amsmath}&#10;\pagestyle{empty}&#10;\begin{document}&#10;&#10;$&#10;\displaystyle&#10;\boldsymbol{C}(\boldsymbol{q}, \boldsymbol{V})&#10;= \sum_{i=0}^{n}&#10;\left[&#10;  {\boldsymbol{J}_{v_i}^{\prime}}^T m_i \dot{\boldsymbol{J}}_{v_i}^{\prime}&#10;+ \boldsymbol{J}_{\omega_i}^T \boldsymbol{I}_i^0 \dot{\boldsymbol{J}}_{\omega_i}&#10;+ \boldsymbol{J}_{\omega_i}^{T} \boldsymbol{\Xi}_i \boldsymbol{J}_{\omega_i}&#10;\right]&#10;$&#10;&#10;&#10;\end{document}" title="IguanaTex Bitmap Display">
            <a:extLst>
              <a:ext uri="{FF2B5EF4-FFF2-40B4-BE49-F238E27FC236}">
                <a16:creationId xmlns:a16="http://schemas.microsoft.com/office/drawing/2014/main" id="{EA0EE501-AE34-4AEE-93FC-C23A786D1B74}"/>
              </a:ext>
            </a:extLst>
          </p:cNvPr>
          <p:cNvPicPr>
            <a:picLocks noChangeAspect="1"/>
          </p:cNvPicPr>
          <p:nvPr>
            <p:custDataLst>
              <p:tags r:id="rId5"/>
            </p:custDataLst>
          </p:nvPr>
        </p:nvPicPr>
        <p:blipFill>
          <a:blip r:embed="rId16">
            <a:extLst>
              <a:ext uri="{28A0092B-C50C-407E-A947-70E740481C1C}">
                <a14:useLocalDpi xmlns:a14="http://schemas.microsoft.com/office/drawing/2010/main" val="0"/>
              </a:ext>
            </a:extLst>
          </a:blip>
          <a:stretch>
            <a:fillRect/>
          </a:stretch>
        </p:blipFill>
        <p:spPr>
          <a:xfrm>
            <a:off x="462886" y="7404120"/>
            <a:ext cx="8161008" cy="981793"/>
          </a:xfrm>
          <a:prstGeom prst="rect">
            <a:avLst/>
          </a:prstGeom>
        </p:spPr>
      </p:pic>
      <p:pic>
        <p:nvPicPr>
          <p:cNvPr id="31" name="Picture 30" descr="\documentclass{article}&#10;\usepackage{amsmath}&#10;\pagestyle{empty}&#10;\begin{document}&#10;&#10;$&#10;\boldsymbol{J}_{v_i}&#10;= \boldsymbol{R}_0&#10;\begin{bmatrix}&#10;\boldsymbol{I}_3 &amp; -\hat{\boldsymbol{r}}_{0i}^{0} &amp; \boldsymbol{A}_i&#10;\end{bmatrix}&#10;$&#10;&#10;&#10;\end{document}" title="IguanaTex Bitmap Display">
            <a:extLst>
              <a:ext uri="{FF2B5EF4-FFF2-40B4-BE49-F238E27FC236}">
                <a16:creationId xmlns:a16="http://schemas.microsoft.com/office/drawing/2014/main" id="{5C9A1D23-665D-46C7-8D90-08EACF405A7F}"/>
              </a:ext>
            </a:extLst>
          </p:cNvPr>
          <p:cNvPicPr>
            <a:picLocks noChangeAspect="1"/>
          </p:cNvPicPr>
          <p:nvPr>
            <p:custDataLst>
              <p:tags r:id="rId6"/>
            </p:custDataLst>
          </p:nvPr>
        </p:nvPicPr>
        <p:blipFill>
          <a:blip r:embed="rId17">
            <a:extLst>
              <a:ext uri="{28A0092B-C50C-407E-A947-70E740481C1C}">
                <a14:useLocalDpi xmlns:a14="http://schemas.microsoft.com/office/drawing/2010/main" val="0"/>
              </a:ext>
            </a:extLst>
          </a:blip>
          <a:stretch>
            <a:fillRect/>
          </a:stretch>
        </p:blipFill>
        <p:spPr>
          <a:xfrm>
            <a:off x="638923" y="2130820"/>
            <a:ext cx="3969762" cy="449366"/>
          </a:xfrm>
          <a:prstGeom prst="rect">
            <a:avLst/>
          </a:prstGeom>
        </p:spPr>
      </p:pic>
      <p:pic>
        <p:nvPicPr>
          <p:cNvPr id="38" name="Picture 37" descr="\documentclass{article}&#10;\usepackage{amsmath}&#10;\pagestyle{empty}&#10;\begin{document}&#10;&#10;$&#10;\boldsymbol{J}_{v_i}^{\prime}&#10;= \begin{bmatrix}&#10;\boldsymbol{I}_3 &amp; -\hat{\boldsymbol{r}}_{0i}^{0} &amp; \boldsymbol{A}_i&#10;\end{bmatrix}&#10;$&#10;&#10;&#10;\end{document}" title="IguanaTex Bitmap Display">
            <a:extLst>
              <a:ext uri="{FF2B5EF4-FFF2-40B4-BE49-F238E27FC236}">
                <a16:creationId xmlns:a16="http://schemas.microsoft.com/office/drawing/2014/main" id="{AD63C238-A806-43FB-A717-54C580F239F1}"/>
              </a:ext>
            </a:extLst>
          </p:cNvPr>
          <p:cNvPicPr>
            <a:picLocks noChangeAspect="1"/>
          </p:cNvPicPr>
          <p:nvPr>
            <p:custDataLst>
              <p:tags r:id="rId7"/>
            </p:custDataLst>
          </p:nvPr>
        </p:nvPicPr>
        <p:blipFill>
          <a:blip r:embed="rId18">
            <a:extLst>
              <a:ext uri="{28A0092B-C50C-407E-A947-70E740481C1C}">
                <a14:useLocalDpi xmlns:a14="http://schemas.microsoft.com/office/drawing/2010/main" val="0"/>
              </a:ext>
            </a:extLst>
          </a:blip>
          <a:stretch>
            <a:fillRect/>
          </a:stretch>
        </p:blipFill>
        <p:spPr>
          <a:xfrm>
            <a:off x="5247320" y="2892375"/>
            <a:ext cx="3441599" cy="449366"/>
          </a:xfrm>
          <a:prstGeom prst="rect">
            <a:avLst/>
          </a:prstGeom>
        </p:spPr>
      </p:pic>
      <p:pic>
        <p:nvPicPr>
          <p:cNvPr id="40" name="Picture 39" descr="\documentclass{article}&#10;\usepackage{amsmath}&#10;\pagestyle{empty}&#10;\begin{document}&#10;&#10;$&#10;\dot{\boldsymbol{J}}_{\omega_i}&#10;= \begin{bmatrix}&#10;\boldsymbol{0}_{3 \times 3}&#10;&amp; \boldsymbol{0}_{3 \times 3}&#10;&amp; \dot{\boldsymbol{J}}_{\omega_i}^{q}&#10;\end{bmatrix}&#10;$&#10;&#10;&#10;\end{document}" title="IguanaTex Bitmap Display">
            <a:extLst>
              <a:ext uri="{FF2B5EF4-FFF2-40B4-BE49-F238E27FC236}">
                <a16:creationId xmlns:a16="http://schemas.microsoft.com/office/drawing/2014/main" id="{9FB5EEDC-ED95-4B13-AFDC-0C55E0115057}"/>
              </a:ext>
            </a:extLst>
          </p:cNvPr>
          <p:cNvPicPr>
            <a:picLocks noChangeAspect="1"/>
          </p:cNvPicPr>
          <p:nvPr>
            <p:custDataLst>
              <p:tags r:id="rId8"/>
            </p:custDataLst>
          </p:nvPr>
        </p:nvPicPr>
        <p:blipFill>
          <a:blip r:embed="rId19">
            <a:extLst>
              <a:ext uri="{28A0092B-C50C-407E-A947-70E740481C1C}">
                <a14:useLocalDpi xmlns:a14="http://schemas.microsoft.com/office/drawing/2010/main" val="0"/>
              </a:ext>
            </a:extLst>
          </a:blip>
          <a:stretch>
            <a:fillRect/>
          </a:stretch>
        </p:blipFill>
        <p:spPr>
          <a:xfrm>
            <a:off x="5247320" y="3606158"/>
            <a:ext cx="4001707" cy="643169"/>
          </a:xfrm>
          <a:prstGeom prst="rect">
            <a:avLst/>
          </a:prstGeom>
        </p:spPr>
      </p:pic>
      <p:pic>
        <p:nvPicPr>
          <p:cNvPr id="36" name="Picture 35" descr="\documentclass{article}&#10;\usepackage{amsmath}&#10;\pagestyle{empty}&#10;\begin{document}&#10;&#10;$&#10;\dot{\boldsymbol{J}}_{v_i}&#10;= \boldsymbol{R}_0 \begin{bmatrix}&#10;\hat{\boldsymbol{\omega}}_0 &#10;&amp; - \left( \hat{\boldsymbol{\omega}}_0 \hat{\boldsymbol{r}}_{0i}^{0} + \hat{\dot{\boldsymbol{r}}}_{0i}^{0} \right) &#10;&amp; \left( \hat{\boldsymbol{\omega}}_0 \boldsymbol{A}_i + \dot{\boldsymbol{A}}_i \right)&#10;\end{bmatrix}&#10;$&#10;&#10;&#10;\end{document}" title="IguanaTex Bitmap Display">
            <a:extLst>
              <a:ext uri="{FF2B5EF4-FFF2-40B4-BE49-F238E27FC236}">
                <a16:creationId xmlns:a16="http://schemas.microsoft.com/office/drawing/2014/main" id="{650A5AD6-5BAA-4A3B-AAF6-609ABC7746C3}"/>
              </a:ext>
            </a:extLst>
          </p:cNvPr>
          <p:cNvPicPr>
            <a:picLocks noChangeAspect="1"/>
          </p:cNvPicPr>
          <p:nvPr>
            <p:custDataLst>
              <p:tags r:id="rId9"/>
            </p:custDataLst>
          </p:nvPr>
        </p:nvPicPr>
        <p:blipFill>
          <a:blip r:embed="rId20">
            <a:extLst>
              <a:ext uri="{28A0092B-C50C-407E-A947-70E740481C1C}">
                <a14:useLocalDpi xmlns:a14="http://schemas.microsoft.com/office/drawing/2010/main" val="0"/>
              </a:ext>
            </a:extLst>
          </a:blip>
          <a:stretch>
            <a:fillRect/>
          </a:stretch>
        </p:blipFill>
        <p:spPr>
          <a:xfrm>
            <a:off x="5247319" y="2130819"/>
            <a:ext cx="7562571" cy="643170"/>
          </a:xfrm>
          <a:prstGeom prst="rect">
            <a:avLst/>
          </a:prstGeom>
        </p:spPr>
      </p:pic>
      <p:sp>
        <p:nvSpPr>
          <p:cNvPr id="130" name="TextBox 129">
            <a:extLst>
              <a:ext uri="{FF2B5EF4-FFF2-40B4-BE49-F238E27FC236}">
                <a16:creationId xmlns:a16="http://schemas.microsoft.com/office/drawing/2014/main" id="{E25E66C8-75B7-4723-A325-13E189D8E0A3}"/>
              </a:ext>
            </a:extLst>
          </p:cNvPr>
          <p:cNvSpPr txBox="1"/>
          <p:nvPr/>
        </p:nvSpPr>
        <p:spPr>
          <a:xfrm>
            <a:off x="383942" y="1242678"/>
            <a:ext cx="1702710" cy="445828"/>
          </a:xfrm>
          <a:prstGeom prst="rect">
            <a:avLst/>
          </a:prstGeom>
          <a:noFill/>
        </p:spPr>
        <p:txBody>
          <a:bodyPr wrap="none" rtlCol="0">
            <a:spAutoFit/>
          </a:bodyPr>
          <a:lstStyle/>
          <a:p>
            <a:r>
              <a:rPr lang="en-US" altLang="zh-CN" sz="2297" b="1" dirty="0">
                <a:latin typeface="Georgia" panose="02040502050405020303" pitchFamily="18" charset="0"/>
              </a:rPr>
              <a:t>Jacobians</a:t>
            </a:r>
            <a:endParaRPr lang="zh-CN" altLang="en-US" sz="2297" b="1" dirty="0">
              <a:latin typeface="Georgia" panose="02040502050405020303" pitchFamily="18" charset="0"/>
            </a:endParaRPr>
          </a:p>
        </p:txBody>
      </p:sp>
      <p:sp>
        <p:nvSpPr>
          <p:cNvPr id="131" name="TextBox 130">
            <a:extLst>
              <a:ext uri="{FF2B5EF4-FFF2-40B4-BE49-F238E27FC236}">
                <a16:creationId xmlns:a16="http://schemas.microsoft.com/office/drawing/2014/main" id="{08A399F1-A852-4E67-B3BE-713F7AAB937D}"/>
              </a:ext>
            </a:extLst>
          </p:cNvPr>
          <p:cNvSpPr txBox="1"/>
          <p:nvPr/>
        </p:nvSpPr>
        <p:spPr>
          <a:xfrm>
            <a:off x="383942" y="5233548"/>
            <a:ext cx="2937022" cy="445828"/>
          </a:xfrm>
          <a:prstGeom prst="rect">
            <a:avLst/>
          </a:prstGeom>
          <a:noFill/>
        </p:spPr>
        <p:txBody>
          <a:bodyPr wrap="none" rtlCol="0">
            <a:spAutoFit/>
          </a:bodyPr>
          <a:lstStyle/>
          <a:p>
            <a:r>
              <a:rPr lang="en-US" altLang="zh-CN" sz="2297" b="1" dirty="0">
                <a:latin typeface="Georgia" panose="02040502050405020303" pitchFamily="18" charset="0"/>
              </a:rPr>
              <a:t>Dynamic Matrices</a:t>
            </a:r>
            <a:endParaRPr lang="zh-CN" altLang="en-US" sz="2297" b="1" dirty="0">
              <a:latin typeface="Georgia" panose="02040502050405020303" pitchFamily="18" charset="0"/>
            </a:endParaRPr>
          </a:p>
        </p:txBody>
      </p:sp>
      <p:cxnSp>
        <p:nvCxnSpPr>
          <p:cNvPr id="41" name="Straight Connector 40">
            <a:extLst>
              <a:ext uri="{FF2B5EF4-FFF2-40B4-BE49-F238E27FC236}">
                <a16:creationId xmlns:a16="http://schemas.microsoft.com/office/drawing/2014/main" id="{1F646592-5A3F-41F9-BFBF-8F649475F8BA}"/>
              </a:ext>
            </a:extLst>
          </p:cNvPr>
          <p:cNvCxnSpPr>
            <a:cxnSpLocks/>
          </p:cNvCxnSpPr>
          <p:nvPr/>
        </p:nvCxnSpPr>
        <p:spPr>
          <a:xfrm>
            <a:off x="31612" y="958242"/>
            <a:ext cx="16137213"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F18360D-30B2-4193-97E5-7E8FD787320C}"/>
              </a:ext>
            </a:extLst>
          </p:cNvPr>
          <p:cNvCxnSpPr>
            <a:cxnSpLocks/>
          </p:cNvCxnSpPr>
          <p:nvPr/>
        </p:nvCxnSpPr>
        <p:spPr>
          <a:xfrm>
            <a:off x="43975" y="4717770"/>
            <a:ext cx="16156463"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7" name="Picture 6" descr="\documentclass{article}&#10;\usepackage{amsmath}&#10;\pagestyle{empty}&#10;\begin{document}&#10;&#10;$&#10;\displaystyle&#10;\boldsymbol{J}_e &#10;= \begin{bmatrix} &#10;\boldsymbol{R}_{0}^{e} &amp; \boldsymbol{0} \\&#10;\boldsymbol{0} &amp; \boldsymbol{R}_{0}^{e} &#10;\end{bmatrix}&#10;\begin{bmatrix} \boldsymbol{I}_3 &amp; -\hat{\boldsymbol{r}}^{0}_{0e} &amp; \boldsymbol{A}_e \\ \boldsymbol{0} &amp; \boldsymbol{I}_3 &amp; \boldsymbol{J}^{q}_{\omega_e} &#10;\end{bmatrix}&#10;$&#10;&#10;&#10;\end{document}" title="IguanaTex Bitmap Display">
            <a:extLst>
              <a:ext uri="{FF2B5EF4-FFF2-40B4-BE49-F238E27FC236}">
                <a16:creationId xmlns:a16="http://schemas.microsoft.com/office/drawing/2014/main" id="{06F43617-93E2-4361-AFC6-B4750CA0604E}"/>
              </a:ext>
            </a:extLst>
          </p:cNvPr>
          <p:cNvPicPr>
            <a:picLocks noChangeAspect="1"/>
          </p:cNvPicPr>
          <p:nvPr>
            <p:custDataLst>
              <p:tags r:id="rId10"/>
            </p:custDataLst>
          </p:nvPr>
        </p:nvPicPr>
        <p:blipFill>
          <a:blip r:embed="rId21">
            <a:extLst>
              <a:ext uri="{28A0092B-C50C-407E-A947-70E740481C1C}">
                <a14:useLocalDpi xmlns:a14="http://schemas.microsoft.com/office/drawing/2010/main" val="0"/>
              </a:ext>
            </a:extLst>
          </a:blip>
          <a:stretch>
            <a:fillRect/>
          </a:stretch>
        </p:blipFill>
        <p:spPr>
          <a:xfrm>
            <a:off x="462886" y="9985302"/>
            <a:ext cx="5309344" cy="883823"/>
          </a:xfrm>
          <a:prstGeom prst="rect">
            <a:avLst/>
          </a:prstGeom>
        </p:spPr>
      </p:pic>
    </p:spTree>
    <p:extLst>
      <p:ext uri="{BB962C8B-B14F-4D97-AF65-F5344CB8AC3E}">
        <p14:creationId xmlns:p14="http://schemas.microsoft.com/office/powerpoint/2010/main" val="3538313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7EB4C52-2526-4457-8CAA-D7EAC8F37860}"/>
              </a:ext>
            </a:extLst>
          </p:cNvPr>
          <p:cNvSpPr txBox="1"/>
          <p:nvPr/>
        </p:nvSpPr>
        <p:spPr>
          <a:xfrm>
            <a:off x="157183" y="111897"/>
            <a:ext cx="7943036" cy="445828"/>
          </a:xfrm>
          <a:prstGeom prst="rect">
            <a:avLst/>
          </a:prstGeom>
          <a:noFill/>
        </p:spPr>
        <p:txBody>
          <a:bodyPr wrap="square" rtlCol="0">
            <a:spAutoFit/>
          </a:bodyPr>
          <a:lstStyle/>
          <a:p>
            <a:r>
              <a:rPr lang="en-US" altLang="zh-CN" sz="2297" b="1" dirty="0">
                <a:latin typeface="Georgia" panose="02040502050405020303" pitchFamily="18" charset="0"/>
              </a:rPr>
              <a:t>Computation Flowchart – Controller</a:t>
            </a:r>
            <a:endParaRPr lang="zh-CN" altLang="en-US" sz="2297" b="1" dirty="0">
              <a:latin typeface="Georgia" panose="02040502050405020303" pitchFamily="18" charset="0"/>
            </a:endParaRPr>
          </a:p>
        </p:txBody>
      </p:sp>
      <p:pic>
        <p:nvPicPr>
          <p:cNvPr id="5" name="Picture 4" descr="\documentclass{article}&#10;\usepackage{amsmath}&#10;\pagestyle{empty}&#10;\begin{document}&#10;&#10;$&#10;\boldsymbol{e}_x&#10;= \boldsymbol{x}_c - \boldsymbol{x}_{c,d}&#10;$&#10;&#10;&#10;\end{document}" title="IguanaTex Bitmap Display">
            <a:extLst>
              <a:ext uri="{FF2B5EF4-FFF2-40B4-BE49-F238E27FC236}">
                <a16:creationId xmlns:a16="http://schemas.microsoft.com/office/drawing/2014/main" id="{68FE0689-EDBD-40FA-94A4-0F4E49CE2F20}"/>
              </a:ext>
            </a:extLst>
          </p:cNvPr>
          <p:cNvPicPr>
            <a:picLocks noChangeAspect="1"/>
          </p:cNvPicPr>
          <p:nvPr>
            <p:custDataLst>
              <p:tags r:id="rId1"/>
            </p:custDataLst>
          </p:nvPr>
        </p:nvPicPr>
        <p:blipFill>
          <a:blip r:embed="rId81">
            <a:extLst>
              <a:ext uri="{28A0092B-C50C-407E-A947-70E740481C1C}">
                <a14:useLocalDpi xmlns:a14="http://schemas.microsoft.com/office/drawing/2010/main" val="0"/>
              </a:ext>
            </a:extLst>
          </a:blip>
          <a:stretch>
            <a:fillRect/>
          </a:stretch>
        </p:blipFill>
        <p:spPr>
          <a:xfrm>
            <a:off x="513686" y="6036093"/>
            <a:ext cx="1532751" cy="184457"/>
          </a:xfrm>
          <a:prstGeom prst="rect">
            <a:avLst/>
          </a:prstGeom>
        </p:spPr>
      </p:pic>
      <p:cxnSp>
        <p:nvCxnSpPr>
          <p:cNvPr id="45" name="Straight Connector 44">
            <a:extLst>
              <a:ext uri="{FF2B5EF4-FFF2-40B4-BE49-F238E27FC236}">
                <a16:creationId xmlns:a16="http://schemas.microsoft.com/office/drawing/2014/main" id="{B8E50649-F7CB-4675-9EE0-E1E8ABD6206F}"/>
              </a:ext>
            </a:extLst>
          </p:cNvPr>
          <p:cNvCxnSpPr>
            <a:cxnSpLocks/>
          </p:cNvCxnSpPr>
          <p:nvPr/>
        </p:nvCxnSpPr>
        <p:spPr>
          <a:xfrm>
            <a:off x="0" y="708414"/>
            <a:ext cx="16175038"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49" name="Picture 48" descr="\documentclass{article}&#10;\usepackage{amsmath}&#10;\pagestyle{empty}&#10;\begin{document}&#10;&#10;$&#10;\boldsymbol{X}&#10;=&#10;\left(&#10;\boldsymbol{r}_0,&#10;\boldsymbol{R}_0,&#10;\boldsymbol{q}&#10;\right)&#10;$&#10;&#10;&#10;\end{document}" title="IguanaTex Bitmap Display">
            <a:extLst>
              <a:ext uri="{FF2B5EF4-FFF2-40B4-BE49-F238E27FC236}">
                <a16:creationId xmlns:a16="http://schemas.microsoft.com/office/drawing/2014/main" id="{AD427376-BB5F-4DAC-9643-FAA98F431B14}"/>
              </a:ext>
            </a:extLst>
          </p:cNvPr>
          <p:cNvPicPr>
            <a:picLocks noChangeAspect="1"/>
          </p:cNvPicPr>
          <p:nvPr>
            <p:custDataLst>
              <p:tags r:id="rId2"/>
            </p:custDataLst>
          </p:nvPr>
        </p:nvPicPr>
        <p:blipFill>
          <a:blip r:embed="rId82">
            <a:extLst>
              <a:ext uri="{28A0092B-C50C-407E-A947-70E740481C1C}">
                <a14:useLocalDpi xmlns:a14="http://schemas.microsoft.com/office/drawing/2010/main" val="0"/>
              </a:ext>
            </a:extLst>
          </a:blip>
          <a:stretch>
            <a:fillRect/>
          </a:stretch>
        </p:blipFill>
        <p:spPr>
          <a:xfrm>
            <a:off x="206528" y="3594803"/>
            <a:ext cx="1657185" cy="247407"/>
          </a:xfrm>
          <a:prstGeom prst="rect">
            <a:avLst/>
          </a:prstGeom>
        </p:spPr>
      </p:pic>
      <p:pic>
        <p:nvPicPr>
          <p:cNvPr id="52" name="Picture 51" descr="\documentclass{article}&#10;\usepackage{amsmath}&#10;\pagestyle{empty}&#10;\begin{document}&#10;&#10;$&#10;\boldsymbol{V}&#10;= \begin{bmatrix}&#10;{\boldsymbol{v}_0}^T &amp;&#10;{\boldsymbol{\omega}_0}^T &amp;&#10;{\dot{\boldsymbol{q}}}^T&#10;\end{bmatrix}^T&#10;$&#10;&#10;&#10;\end{document}" title="IguanaTex Bitmap Display">
            <a:extLst>
              <a:ext uri="{FF2B5EF4-FFF2-40B4-BE49-F238E27FC236}">
                <a16:creationId xmlns:a16="http://schemas.microsoft.com/office/drawing/2014/main" id="{88BEF808-75DC-435C-A93B-C2BFE9938A85}"/>
              </a:ext>
            </a:extLst>
          </p:cNvPr>
          <p:cNvPicPr>
            <a:picLocks noChangeAspect="1"/>
          </p:cNvPicPr>
          <p:nvPr>
            <p:custDataLst>
              <p:tags r:id="rId3"/>
            </p:custDataLst>
          </p:nvPr>
        </p:nvPicPr>
        <p:blipFill>
          <a:blip r:embed="rId83">
            <a:extLst>
              <a:ext uri="{28A0092B-C50C-407E-A947-70E740481C1C}">
                <a14:useLocalDpi xmlns:a14="http://schemas.microsoft.com/office/drawing/2010/main" val="0"/>
              </a:ext>
            </a:extLst>
          </a:blip>
          <a:stretch>
            <a:fillRect/>
          </a:stretch>
        </p:blipFill>
        <p:spPr>
          <a:xfrm>
            <a:off x="254108" y="4069746"/>
            <a:ext cx="2510666" cy="360131"/>
          </a:xfrm>
          <a:prstGeom prst="rect">
            <a:avLst/>
          </a:prstGeom>
        </p:spPr>
      </p:pic>
      <p:sp>
        <p:nvSpPr>
          <p:cNvPr id="90" name="TextBox 89">
            <a:extLst>
              <a:ext uri="{FF2B5EF4-FFF2-40B4-BE49-F238E27FC236}">
                <a16:creationId xmlns:a16="http://schemas.microsoft.com/office/drawing/2014/main" id="{AD3860E9-9F59-4390-847D-B89A3FE3BED4}"/>
              </a:ext>
            </a:extLst>
          </p:cNvPr>
          <p:cNvSpPr txBox="1"/>
          <p:nvPr/>
        </p:nvSpPr>
        <p:spPr>
          <a:xfrm>
            <a:off x="87073" y="5256429"/>
            <a:ext cx="3964361" cy="445828"/>
          </a:xfrm>
          <a:prstGeom prst="rect">
            <a:avLst/>
          </a:prstGeom>
          <a:noFill/>
        </p:spPr>
        <p:txBody>
          <a:bodyPr wrap="square" rtlCol="0">
            <a:spAutoFit/>
          </a:bodyPr>
          <a:lstStyle/>
          <a:p>
            <a:r>
              <a:rPr lang="en-US" altLang="zh-CN" sz="2297" b="1" dirty="0">
                <a:latin typeface="Georgia" panose="02040502050405020303" pitchFamily="18" charset="0"/>
              </a:rPr>
              <a:t>Control – Translation</a:t>
            </a:r>
            <a:endParaRPr lang="zh-CN" altLang="en-US" sz="2297" b="1" dirty="0">
              <a:latin typeface="Georgia" panose="02040502050405020303" pitchFamily="18" charset="0"/>
            </a:endParaRPr>
          </a:p>
        </p:txBody>
      </p:sp>
      <p:pic>
        <p:nvPicPr>
          <p:cNvPr id="17" name="Picture 16" descr="\documentclass{article}&#10;\usepackage{amsmath}&#10;\usepackage{color}&#10;\pagestyle{empty}&#10;\begin{document}&#10;&#10;$&#10;\color{blue}&#10;\boldsymbol{f}_{d}&#10;= -k_x\boldsymbol{e}_x&#10;- k_v\boldsymbol{e}_{v_x}&#10;+ m \ddot{\boldsymbol{x}}_{c,d}&#10;+ m g \boldsymbol{e}_3&#10;$&#10;&#10;&#10;\end{document}" title="IguanaTex Bitmap Display">
            <a:extLst>
              <a:ext uri="{FF2B5EF4-FFF2-40B4-BE49-F238E27FC236}">
                <a16:creationId xmlns:a16="http://schemas.microsoft.com/office/drawing/2014/main" id="{914387CB-AE9F-4360-A93B-D65E40C4CA3E}"/>
              </a:ext>
            </a:extLst>
          </p:cNvPr>
          <p:cNvPicPr>
            <a:picLocks noChangeAspect="1"/>
          </p:cNvPicPr>
          <p:nvPr>
            <p:custDataLst>
              <p:tags r:id="rId4"/>
            </p:custDataLst>
          </p:nvPr>
        </p:nvPicPr>
        <p:blipFill>
          <a:blip r:embed="rId84">
            <a:extLst>
              <a:ext uri="{28A0092B-C50C-407E-A947-70E740481C1C}">
                <a14:useLocalDpi xmlns:a14="http://schemas.microsoft.com/office/drawing/2010/main" val="0"/>
              </a:ext>
            </a:extLst>
          </a:blip>
          <a:stretch>
            <a:fillRect/>
          </a:stretch>
        </p:blipFill>
        <p:spPr>
          <a:xfrm>
            <a:off x="3181664" y="6190373"/>
            <a:ext cx="3964361" cy="244479"/>
          </a:xfrm>
          <a:prstGeom prst="rect">
            <a:avLst/>
          </a:prstGeom>
        </p:spPr>
      </p:pic>
      <p:sp>
        <p:nvSpPr>
          <p:cNvPr id="75" name="TextBox 74">
            <a:extLst>
              <a:ext uri="{FF2B5EF4-FFF2-40B4-BE49-F238E27FC236}">
                <a16:creationId xmlns:a16="http://schemas.microsoft.com/office/drawing/2014/main" id="{70064D05-3B5F-4292-BB66-5576E75D5553}"/>
              </a:ext>
            </a:extLst>
          </p:cNvPr>
          <p:cNvSpPr txBox="1"/>
          <p:nvPr/>
        </p:nvSpPr>
        <p:spPr>
          <a:xfrm>
            <a:off x="198844" y="9798944"/>
            <a:ext cx="4419760" cy="445828"/>
          </a:xfrm>
          <a:prstGeom prst="rect">
            <a:avLst/>
          </a:prstGeom>
          <a:noFill/>
        </p:spPr>
        <p:txBody>
          <a:bodyPr wrap="square" rtlCol="0">
            <a:spAutoFit/>
          </a:bodyPr>
          <a:lstStyle/>
          <a:p>
            <a:r>
              <a:rPr lang="en-US" altLang="zh-CN" sz="2297" b="1" dirty="0">
                <a:latin typeface="Georgia" panose="02040502050405020303" pitchFamily="18" charset="0"/>
              </a:rPr>
              <a:t>Control – Rotation</a:t>
            </a:r>
          </a:p>
        </p:txBody>
      </p:sp>
      <p:pic>
        <p:nvPicPr>
          <p:cNvPr id="7" name="Picture 6" descr="\documentclass{article}&#10;\usepackage{amsmath}&#10;\pagestyle{empty}&#10;\begin{document}&#10;&#10;$&#10;\boldsymbol{e}_{v_x}&#10;= \dot{\boldsymbol{x}}_c - \dot{\boldsymbol{x}}_{c,d}&#10;$&#10;&#10;&#10;\end{document}" title="IguanaTex Bitmap Display">
            <a:extLst>
              <a:ext uri="{FF2B5EF4-FFF2-40B4-BE49-F238E27FC236}">
                <a16:creationId xmlns:a16="http://schemas.microsoft.com/office/drawing/2014/main" id="{13F2C1EF-0496-4BB2-BE17-7D7782537974}"/>
              </a:ext>
            </a:extLst>
          </p:cNvPr>
          <p:cNvPicPr>
            <a:picLocks noChangeAspect="1"/>
          </p:cNvPicPr>
          <p:nvPr>
            <p:custDataLst>
              <p:tags r:id="rId5"/>
            </p:custDataLst>
          </p:nvPr>
        </p:nvPicPr>
        <p:blipFill>
          <a:blip r:embed="rId85">
            <a:extLst>
              <a:ext uri="{28A0092B-C50C-407E-A947-70E740481C1C}">
                <a14:useLocalDpi xmlns:a14="http://schemas.microsoft.com/office/drawing/2010/main" val="0"/>
              </a:ext>
            </a:extLst>
          </a:blip>
          <a:stretch>
            <a:fillRect/>
          </a:stretch>
        </p:blipFill>
        <p:spPr>
          <a:xfrm>
            <a:off x="482477" y="6325376"/>
            <a:ext cx="1627906" cy="240088"/>
          </a:xfrm>
          <a:prstGeom prst="rect">
            <a:avLst/>
          </a:prstGeom>
        </p:spPr>
      </p:pic>
      <p:pic>
        <p:nvPicPr>
          <p:cNvPr id="10" name="Picture 9" descr="\documentclass{article}&#10;\usepackage{amsmath}&#10;\pagestyle{empty}&#10;\begin{document}&#10;&#10;$&#10;\boldsymbol{e}_{a_x} &#10;= \ddot{\boldsymbol{x}}_c - \ddot{\boldsymbol{x}}_{c,d}&#10;$&#10;&#10;&#10;\end{document}" title="IguanaTex Bitmap Display">
            <a:extLst>
              <a:ext uri="{FF2B5EF4-FFF2-40B4-BE49-F238E27FC236}">
                <a16:creationId xmlns:a16="http://schemas.microsoft.com/office/drawing/2014/main" id="{87E624A3-B130-410A-9430-62AA5119EB77}"/>
              </a:ext>
            </a:extLst>
          </p:cNvPr>
          <p:cNvPicPr>
            <a:picLocks noChangeAspect="1"/>
          </p:cNvPicPr>
          <p:nvPr>
            <p:custDataLst>
              <p:tags r:id="rId6"/>
            </p:custDataLst>
          </p:nvPr>
        </p:nvPicPr>
        <p:blipFill>
          <a:blip r:embed="rId86">
            <a:extLst>
              <a:ext uri="{28A0092B-C50C-407E-A947-70E740481C1C}">
                <a14:useLocalDpi xmlns:a14="http://schemas.microsoft.com/office/drawing/2010/main" val="0"/>
              </a:ext>
            </a:extLst>
          </a:blip>
          <a:stretch>
            <a:fillRect/>
          </a:stretch>
        </p:blipFill>
        <p:spPr>
          <a:xfrm>
            <a:off x="448326" y="8257218"/>
            <a:ext cx="1636690" cy="240088"/>
          </a:xfrm>
          <a:prstGeom prst="rect">
            <a:avLst/>
          </a:prstGeom>
        </p:spPr>
      </p:pic>
      <p:pic>
        <p:nvPicPr>
          <p:cNvPr id="14" name="Picture 13" descr="\documentclass{article}&#10;\usepackage{amsmath}&#10;\pagestyle{empty}&#10;\begin{document}&#10;&#10;$&#10;\boldsymbol{e}_{j_x} &#10;= {\boldsymbol{x}}_c^{(3)} - {\boldsymbol{x}}_{c,d}^{(3)}&#10;$&#10;&#10;&#10;\end{document}" title="IguanaTex Bitmap Display">
            <a:extLst>
              <a:ext uri="{FF2B5EF4-FFF2-40B4-BE49-F238E27FC236}">
                <a16:creationId xmlns:a16="http://schemas.microsoft.com/office/drawing/2014/main" id="{BB52C60B-D8B9-4550-965F-D76EFB042D10}"/>
              </a:ext>
            </a:extLst>
          </p:cNvPr>
          <p:cNvPicPr>
            <a:picLocks noChangeAspect="1"/>
          </p:cNvPicPr>
          <p:nvPr>
            <p:custDataLst>
              <p:tags r:id="rId7"/>
            </p:custDataLst>
          </p:nvPr>
        </p:nvPicPr>
        <p:blipFill>
          <a:blip r:embed="rId87">
            <a:extLst>
              <a:ext uri="{28A0092B-C50C-407E-A947-70E740481C1C}">
                <a14:useLocalDpi xmlns:a14="http://schemas.microsoft.com/office/drawing/2010/main" val="0"/>
              </a:ext>
            </a:extLst>
          </a:blip>
          <a:stretch>
            <a:fillRect/>
          </a:stretch>
        </p:blipFill>
        <p:spPr>
          <a:xfrm>
            <a:off x="3750259" y="8961521"/>
            <a:ext cx="1772838" cy="365987"/>
          </a:xfrm>
          <a:prstGeom prst="rect">
            <a:avLst/>
          </a:prstGeom>
        </p:spPr>
      </p:pic>
      <p:sp>
        <p:nvSpPr>
          <p:cNvPr id="76" name="TextBox 75">
            <a:extLst>
              <a:ext uri="{FF2B5EF4-FFF2-40B4-BE49-F238E27FC236}">
                <a16:creationId xmlns:a16="http://schemas.microsoft.com/office/drawing/2014/main" id="{CEBBAC4F-6453-45C3-BD99-887B9CAC0E90}"/>
              </a:ext>
            </a:extLst>
          </p:cNvPr>
          <p:cNvSpPr txBox="1"/>
          <p:nvPr/>
        </p:nvSpPr>
        <p:spPr>
          <a:xfrm>
            <a:off x="76049" y="961738"/>
            <a:ext cx="4342720" cy="445828"/>
          </a:xfrm>
          <a:prstGeom prst="rect">
            <a:avLst/>
          </a:prstGeom>
          <a:noFill/>
        </p:spPr>
        <p:txBody>
          <a:bodyPr wrap="square" rtlCol="0">
            <a:spAutoFit/>
          </a:bodyPr>
          <a:lstStyle/>
          <a:p>
            <a:r>
              <a:rPr lang="en-US" altLang="zh-CN" sz="2297" b="1" dirty="0">
                <a:latin typeface="Georgia" panose="02040502050405020303" pitchFamily="18" charset="0"/>
              </a:rPr>
              <a:t>Reference Trajectory</a:t>
            </a:r>
            <a:endParaRPr lang="zh-CN" altLang="en-US" sz="2297" b="1" dirty="0">
              <a:latin typeface="Georgia" panose="02040502050405020303" pitchFamily="18" charset="0"/>
            </a:endParaRPr>
          </a:p>
        </p:txBody>
      </p:sp>
      <p:sp>
        <p:nvSpPr>
          <p:cNvPr id="79" name="Arrow: Right 78">
            <a:extLst>
              <a:ext uri="{FF2B5EF4-FFF2-40B4-BE49-F238E27FC236}">
                <a16:creationId xmlns:a16="http://schemas.microsoft.com/office/drawing/2014/main" id="{F7702FBA-C433-4033-AF0E-4057FF784AC5}"/>
              </a:ext>
            </a:extLst>
          </p:cNvPr>
          <p:cNvSpPr/>
          <p:nvPr/>
        </p:nvSpPr>
        <p:spPr>
          <a:xfrm>
            <a:off x="2432955" y="5800804"/>
            <a:ext cx="400310" cy="1009009"/>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pic>
        <p:nvPicPr>
          <p:cNvPr id="20" name="Picture 19" descr="\documentclass{article}&#10;\usepackage{amsmath}&#10;\usepackage{color}&#10;\pagestyle{empty}&#10;\begin{document}&#10;&#10;$&#10;\color{blue}&#10;u_1 = \boldsymbol{f}_{d}^{T} \boldsymbol{R}_0 \boldsymbol{e}_3&#10;$&#10;&#10;&#10;\end{document}" title="IguanaTex Bitmap Display">
            <a:extLst>
              <a:ext uri="{FF2B5EF4-FFF2-40B4-BE49-F238E27FC236}">
                <a16:creationId xmlns:a16="http://schemas.microsoft.com/office/drawing/2014/main" id="{3AE8EEF4-3B3D-4C63-8187-D2EFEE997E61}"/>
              </a:ext>
            </a:extLst>
          </p:cNvPr>
          <p:cNvPicPr>
            <a:picLocks noChangeAspect="1"/>
          </p:cNvPicPr>
          <p:nvPr>
            <p:custDataLst>
              <p:tags r:id="rId8"/>
            </p:custDataLst>
          </p:nvPr>
        </p:nvPicPr>
        <p:blipFill>
          <a:blip r:embed="rId88">
            <a:extLst>
              <a:ext uri="{28A0092B-C50C-407E-A947-70E740481C1C}">
                <a14:useLocalDpi xmlns:a14="http://schemas.microsoft.com/office/drawing/2010/main" val="0"/>
              </a:ext>
            </a:extLst>
          </a:blip>
          <a:stretch>
            <a:fillRect/>
          </a:stretch>
        </p:blipFill>
        <p:spPr>
          <a:xfrm>
            <a:off x="8300694" y="6122382"/>
            <a:ext cx="1431737" cy="291325"/>
          </a:xfrm>
          <a:prstGeom prst="rect">
            <a:avLst/>
          </a:prstGeom>
        </p:spPr>
      </p:pic>
      <p:sp>
        <p:nvSpPr>
          <p:cNvPr id="83" name="Arrow: Right 82">
            <a:extLst>
              <a:ext uri="{FF2B5EF4-FFF2-40B4-BE49-F238E27FC236}">
                <a16:creationId xmlns:a16="http://schemas.microsoft.com/office/drawing/2014/main" id="{1EDF18CD-5B33-46EC-A0B7-A7C70002B124}"/>
              </a:ext>
            </a:extLst>
          </p:cNvPr>
          <p:cNvSpPr/>
          <p:nvPr/>
        </p:nvSpPr>
        <p:spPr>
          <a:xfrm>
            <a:off x="7541444" y="5808107"/>
            <a:ext cx="400310" cy="1009009"/>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pic>
        <p:nvPicPr>
          <p:cNvPr id="23" name="Picture 22" descr="\documentclass{article}&#10;\usepackage{amsmath}&#10;\usepackage{color}&#10;\pagestyle{empty}&#10;\begin{document}&#10;&#10;$&#10;\color{blue}&#10;\dot{\boldsymbol{f}}_{d}&#10;= -k_x \boldsymbol{e}_{v_x}&#10;- k_v \boldsymbol{e}_{a_x}&#10;+ m \boldsymbol{x}_{c,d}^{(3)}&#10;$&#10;&#10;&#10;\end{document}" title="IguanaTex Bitmap Display">
            <a:extLst>
              <a:ext uri="{FF2B5EF4-FFF2-40B4-BE49-F238E27FC236}">
                <a16:creationId xmlns:a16="http://schemas.microsoft.com/office/drawing/2014/main" id="{89FB4B5A-F13E-481A-BED7-667E89E66775}"/>
              </a:ext>
            </a:extLst>
          </p:cNvPr>
          <p:cNvPicPr>
            <a:picLocks noChangeAspect="1"/>
          </p:cNvPicPr>
          <p:nvPr>
            <p:custDataLst>
              <p:tags r:id="rId9"/>
            </p:custDataLst>
          </p:nvPr>
        </p:nvPicPr>
        <p:blipFill>
          <a:blip r:embed="rId89">
            <a:extLst>
              <a:ext uri="{28A0092B-C50C-407E-A947-70E740481C1C}">
                <a14:useLocalDpi xmlns:a14="http://schemas.microsoft.com/office/drawing/2010/main" val="0"/>
              </a:ext>
            </a:extLst>
          </a:blip>
          <a:stretch>
            <a:fillRect/>
          </a:stretch>
        </p:blipFill>
        <p:spPr>
          <a:xfrm>
            <a:off x="3770861" y="7208765"/>
            <a:ext cx="3195792" cy="364523"/>
          </a:xfrm>
          <a:prstGeom prst="rect">
            <a:avLst/>
          </a:prstGeom>
        </p:spPr>
      </p:pic>
      <p:grpSp>
        <p:nvGrpSpPr>
          <p:cNvPr id="33" name="Group 32">
            <a:extLst>
              <a:ext uri="{FF2B5EF4-FFF2-40B4-BE49-F238E27FC236}">
                <a16:creationId xmlns:a16="http://schemas.microsoft.com/office/drawing/2014/main" id="{433BD7D0-0431-44A1-9268-DFB33153B8A7}"/>
              </a:ext>
            </a:extLst>
          </p:cNvPr>
          <p:cNvGrpSpPr/>
          <p:nvPr/>
        </p:nvGrpSpPr>
        <p:grpSpPr>
          <a:xfrm>
            <a:off x="4703509" y="19380818"/>
            <a:ext cx="8632378" cy="442110"/>
            <a:chOff x="3186641" y="8008933"/>
            <a:chExt cx="7517465" cy="385010"/>
          </a:xfrm>
        </p:grpSpPr>
        <p:pic>
          <p:nvPicPr>
            <p:cNvPr id="31" name="Picture 30" descr="\documentclass{article}&#10;\usepackage{amsmath}&#10;\usepackage{color}&#10;\pagestyle{empty}&#10;\begin{document}&#10;&#10;$&#10;\color{blue}&#10;+ \tilde{\boldsymbol{C}}_{r\rho} \boldsymbol{\rho}&#10;$&#10;&#10;&#10;\end{document}" title="IguanaTex Bitmap Display">
              <a:extLst>
                <a:ext uri="{FF2B5EF4-FFF2-40B4-BE49-F238E27FC236}">
                  <a16:creationId xmlns:a16="http://schemas.microsoft.com/office/drawing/2014/main" id="{1E48B17B-1546-4BD2-82A7-149A8969B830}"/>
                </a:ext>
              </a:extLst>
            </p:cNvPr>
            <p:cNvPicPr>
              <a:picLocks noChangeAspect="1"/>
            </p:cNvPicPr>
            <p:nvPr>
              <p:custDataLst>
                <p:tags r:id="rId77"/>
              </p:custDataLst>
            </p:nvPr>
          </p:nvPicPr>
          <p:blipFill>
            <a:blip r:embed="rId90">
              <a:extLst>
                <a:ext uri="{28A0092B-C50C-407E-A947-70E740481C1C}">
                  <a14:useLocalDpi xmlns:a14="http://schemas.microsoft.com/office/drawing/2010/main" val="0"/>
                </a:ext>
              </a:extLst>
            </a:blip>
            <a:stretch>
              <a:fillRect/>
            </a:stretch>
          </p:blipFill>
          <p:spPr>
            <a:xfrm>
              <a:off x="10051373" y="8040914"/>
              <a:ext cx="652733" cy="263898"/>
            </a:xfrm>
            <a:prstGeom prst="rect">
              <a:avLst/>
            </a:prstGeom>
          </p:spPr>
        </p:pic>
        <p:pic>
          <p:nvPicPr>
            <p:cNvPr id="27" name="Picture 26" descr="\documentclass{article}&#10;\usepackage{amsmath}&#10;\usepackage{color}&#10;\pagestyle{empty}&#10;\begin{document}&#10;&#10;$&#10;\color{blue}&#10;\boldsymbol{u}_2&#10;=&#10;\tilde{\boldsymbol{M}}_{r}&#10;\left[&#10;  \boldsymbol{R}_0^T \boldsymbol{R}_{0,c} \dot{\boldsymbol{\omega}}_{0,c}&#10;- \hat{\boldsymbol{\omega}}_0 \boldsymbol{R}_0^T \boldsymbol{R}_{0,c} \boldsymbol{\omega}_{0,c}&#10;- \tilde{\boldsymbol{M}}_{r,d}^{-1} \left( k_R \boldsymbol{e}_R + k_{\omega} \boldsymbol{e}_{\omega} \right)&#10;\right]&#10;+ \tilde{\boldsymbol{C}}_{r} \boldsymbol{\omega}_0&#10;$&#10;&#10;&#10;\end{document}" title="IguanaTex Bitmap Display">
              <a:extLst>
                <a:ext uri="{FF2B5EF4-FFF2-40B4-BE49-F238E27FC236}">
                  <a16:creationId xmlns:a16="http://schemas.microsoft.com/office/drawing/2014/main" id="{FFD58FA5-F964-45C9-BC7D-B3AB545B6C4C}"/>
                </a:ext>
              </a:extLst>
            </p:cNvPr>
            <p:cNvPicPr>
              <a:picLocks noChangeAspect="1"/>
            </p:cNvPicPr>
            <p:nvPr>
              <p:custDataLst>
                <p:tags r:id="rId78"/>
              </p:custDataLst>
            </p:nvPr>
          </p:nvPicPr>
          <p:blipFill>
            <a:blip r:embed="rId91">
              <a:extLst>
                <a:ext uri="{28A0092B-C50C-407E-A947-70E740481C1C}">
                  <a14:useLocalDpi xmlns:a14="http://schemas.microsoft.com/office/drawing/2010/main" val="0"/>
                </a:ext>
              </a:extLst>
            </a:blip>
            <a:stretch>
              <a:fillRect/>
            </a:stretch>
          </p:blipFill>
          <p:spPr>
            <a:xfrm>
              <a:off x="3186641" y="8008933"/>
              <a:ext cx="6803976" cy="385010"/>
            </a:xfrm>
            <a:prstGeom prst="rect">
              <a:avLst/>
            </a:prstGeom>
          </p:spPr>
        </p:pic>
      </p:grpSp>
      <p:pic>
        <p:nvPicPr>
          <p:cNvPr id="39" name="Picture 38" descr="\documentclass{article}&#10;\usepackage{amsmath}&#10;\usepackage{color}&#10;\pagestyle{empty}&#10;\begin{document}&#10;&#10;$&#10;\color{blue}&#10;\boldsymbol{b}_{3,c}&#10;= \dfrac{\boldsymbol{f}_d}{\|\boldsymbol{f}_d\|}&#10;$&#10;&#10;&#10;\end{document}" title="IguanaTex Bitmap Display">
            <a:extLst>
              <a:ext uri="{FF2B5EF4-FFF2-40B4-BE49-F238E27FC236}">
                <a16:creationId xmlns:a16="http://schemas.microsoft.com/office/drawing/2014/main" id="{63768EC3-1DD7-42B5-97FC-B6EF90E3E001}"/>
              </a:ext>
            </a:extLst>
          </p:cNvPr>
          <p:cNvPicPr>
            <a:picLocks noChangeAspect="1"/>
          </p:cNvPicPr>
          <p:nvPr>
            <p:custDataLst>
              <p:tags r:id="rId10"/>
            </p:custDataLst>
          </p:nvPr>
        </p:nvPicPr>
        <p:blipFill>
          <a:blip r:embed="rId92">
            <a:extLst>
              <a:ext uri="{28A0092B-C50C-407E-A947-70E740481C1C}">
                <a14:useLocalDpi xmlns:a14="http://schemas.microsoft.com/office/drawing/2010/main" val="0"/>
              </a:ext>
            </a:extLst>
          </a:blip>
          <a:stretch>
            <a:fillRect/>
          </a:stretch>
        </p:blipFill>
        <p:spPr>
          <a:xfrm>
            <a:off x="431670" y="10530547"/>
            <a:ext cx="1247281" cy="568010"/>
          </a:xfrm>
          <a:prstGeom prst="rect">
            <a:avLst/>
          </a:prstGeom>
        </p:spPr>
      </p:pic>
      <p:pic>
        <p:nvPicPr>
          <p:cNvPr id="43" name="Picture 42" descr="\documentclass{article}&#10;\usepackage{amsmath}&#10;\usepackage{color}&#10;\pagestyle{empty}&#10;\begin{document}&#10;&#10;$&#10;\color{blue}&#10;\dot{\boldsymbol{\omega}}_{0,c}&#10;= \bigl( \dot{\boldsymbol{R}}_{0,c}^{T} \dot{\boldsymbol{R}}_{0,c}&#10;+ \boldsymbol{R}_{0,c}^{T} \ddot{\boldsymbol{R}}_{0,c}&#10;\bigr)^{\vee}&#10;$&#10;&#10;&#10;\end{document}" title="IguanaTex Bitmap Display">
            <a:extLst>
              <a:ext uri="{FF2B5EF4-FFF2-40B4-BE49-F238E27FC236}">
                <a16:creationId xmlns:a16="http://schemas.microsoft.com/office/drawing/2014/main" id="{2E3C61F3-53D0-4A5D-8072-B77F0643564E}"/>
              </a:ext>
            </a:extLst>
          </p:cNvPr>
          <p:cNvPicPr>
            <a:picLocks noChangeAspect="1"/>
          </p:cNvPicPr>
          <p:nvPr>
            <p:custDataLst>
              <p:tags r:id="rId11"/>
            </p:custDataLst>
          </p:nvPr>
        </p:nvPicPr>
        <p:blipFill>
          <a:blip r:embed="rId93">
            <a:extLst>
              <a:ext uri="{28A0092B-C50C-407E-A947-70E740481C1C}">
                <a14:useLocalDpi xmlns:a14="http://schemas.microsoft.com/office/drawing/2010/main" val="0"/>
              </a:ext>
            </a:extLst>
          </a:blip>
          <a:stretch>
            <a:fillRect/>
          </a:stretch>
        </p:blipFill>
        <p:spPr>
          <a:xfrm>
            <a:off x="6352641" y="17948677"/>
            <a:ext cx="3266061" cy="377697"/>
          </a:xfrm>
          <a:prstGeom prst="rect">
            <a:avLst/>
          </a:prstGeom>
        </p:spPr>
      </p:pic>
      <p:pic>
        <p:nvPicPr>
          <p:cNvPr id="74" name="Picture 73" descr="\documentclass{article}&#10;\usepackage{amsmath}&#10;\usepackage{color}&#10;\pagestyle{empty}&#10;\begin{document}&#10;&#10;$&#10;\color{blue}&#10;\boldsymbol{P}_1 = \boldsymbol{I}_3 - \boldsymbol{b}_{3,c} \boldsymbol{b}_{3,c}^{T}&#10;$&#10;&#10;&#10;\end{document}" title="IguanaTex Bitmap Display">
            <a:extLst>
              <a:ext uri="{FF2B5EF4-FFF2-40B4-BE49-F238E27FC236}">
                <a16:creationId xmlns:a16="http://schemas.microsoft.com/office/drawing/2014/main" id="{10178AD8-6798-4E9A-A858-743CBF1EB626}"/>
              </a:ext>
            </a:extLst>
          </p:cNvPr>
          <p:cNvPicPr>
            <a:picLocks noChangeAspect="1"/>
          </p:cNvPicPr>
          <p:nvPr>
            <p:custDataLst>
              <p:tags r:id="rId12"/>
            </p:custDataLst>
          </p:nvPr>
        </p:nvPicPr>
        <p:blipFill>
          <a:blip r:embed="rId94">
            <a:extLst>
              <a:ext uri="{28A0092B-C50C-407E-A947-70E740481C1C}">
                <a14:useLocalDpi xmlns:a14="http://schemas.microsoft.com/office/drawing/2010/main" val="0"/>
              </a:ext>
            </a:extLst>
          </a:blip>
          <a:stretch>
            <a:fillRect/>
          </a:stretch>
        </p:blipFill>
        <p:spPr>
          <a:xfrm>
            <a:off x="2723270" y="10680386"/>
            <a:ext cx="1936800" cy="322069"/>
          </a:xfrm>
          <a:prstGeom prst="rect">
            <a:avLst/>
          </a:prstGeom>
        </p:spPr>
      </p:pic>
      <p:pic>
        <p:nvPicPr>
          <p:cNvPr id="148" name="Picture 147" descr="\documentclass{article}&#10;\usepackage{amsmath}&#10;\usepackage{color}&#10;\pagestyle{empty}&#10;\begin{document}&#10;&#10;$&#10;\color{blue}&#10;\dot{\boldsymbol{b}}_{1,c}&#10;= \dfrac{1}{\|\boldsymbol{s}\|} \boldsymbol{P}_2 \dot{\boldsymbol{s}}&#10;$&#10;&#10;&#10;\end{document}" title="IguanaTex Bitmap Display">
            <a:extLst>
              <a:ext uri="{FF2B5EF4-FFF2-40B4-BE49-F238E27FC236}">
                <a16:creationId xmlns:a16="http://schemas.microsoft.com/office/drawing/2014/main" id="{0E8AA730-6D77-464A-97E7-9A59D439ADF8}"/>
              </a:ext>
            </a:extLst>
          </p:cNvPr>
          <p:cNvPicPr>
            <a:picLocks noChangeAspect="1"/>
          </p:cNvPicPr>
          <p:nvPr>
            <p:custDataLst>
              <p:tags r:id="rId13"/>
            </p:custDataLst>
          </p:nvPr>
        </p:nvPicPr>
        <p:blipFill>
          <a:blip r:embed="rId95">
            <a:extLst>
              <a:ext uri="{28A0092B-C50C-407E-A947-70E740481C1C}">
                <a14:useLocalDpi xmlns:a14="http://schemas.microsoft.com/office/drawing/2010/main" val="0"/>
              </a:ext>
            </a:extLst>
          </a:blip>
          <a:stretch>
            <a:fillRect/>
          </a:stretch>
        </p:blipFill>
        <p:spPr>
          <a:xfrm>
            <a:off x="9719749" y="11744108"/>
            <a:ext cx="1566420" cy="559227"/>
          </a:xfrm>
          <a:prstGeom prst="rect">
            <a:avLst/>
          </a:prstGeom>
        </p:spPr>
      </p:pic>
      <p:pic>
        <p:nvPicPr>
          <p:cNvPr id="60" name="Picture 59" descr="\documentclass{article}&#10;\usepackage{amsmath}&#10;\usepackage{color}&#10;\pagestyle{empty}&#10;\begin{document}&#10;&#10;$&#10;\color{blue}&#10;\boldsymbol{b}_{1,c}&#10;= \dfrac{\boldsymbol{s}}{\|\boldsymbol{s}\|}&#10;$&#10;&#10;&#10;\end{document}" title="IguanaTex Bitmap Display">
            <a:extLst>
              <a:ext uri="{FF2B5EF4-FFF2-40B4-BE49-F238E27FC236}">
                <a16:creationId xmlns:a16="http://schemas.microsoft.com/office/drawing/2014/main" id="{F97B6546-E2D6-424B-8686-5C9902D06C5E}"/>
              </a:ext>
            </a:extLst>
          </p:cNvPr>
          <p:cNvPicPr>
            <a:picLocks noChangeAspect="1"/>
          </p:cNvPicPr>
          <p:nvPr>
            <p:custDataLst>
              <p:tags r:id="rId14"/>
            </p:custDataLst>
          </p:nvPr>
        </p:nvPicPr>
        <p:blipFill>
          <a:blip r:embed="rId96">
            <a:extLst>
              <a:ext uri="{28A0092B-C50C-407E-A947-70E740481C1C}">
                <a14:useLocalDpi xmlns:a14="http://schemas.microsoft.com/office/drawing/2010/main" val="0"/>
              </a:ext>
            </a:extLst>
          </a:blip>
          <a:stretch>
            <a:fillRect/>
          </a:stretch>
        </p:blipFill>
        <p:spPr>
          <a:xfrm>
            <a:off x="462841" y="11935781"/>
            <a:ext cx="1097958" cy="506526"/>
          </a:xfrm>
          <a:prstGeom prst="rect">
            <a:avLst/>
          </a:prstGeom>
        </p:spPr>
      </p:pic>
      <p:pic>
        <p:nvPicPr>
          <p:cNvPr id="57" name="Picture 56" descr="\documentclass{article}&#10;\usepackage{amsmath}&#10;\usepackage{color}&#10;\pagestyle{empty}&#10;\begin{document}&#10;&#10;$&#10;\color{blue}&#10;\dot{\boldsymbol{b}}_{2,c}&#10;= \dot{\boldsymbol{b}}_{3,c} \times \boldsymbol{b}_{1,c} &#10;+ \boldsymbol{b}_{3,c} \times \dot{\boldsymbol{b}}_{1,c}&#10;$&#10;&#10;&#10;\end{document}" title="IguanaTex Bitmap Display">
            <a:extLst>
              <a:ext uri="{FF2B5EF4-FFF2-40B4-BE49-F238E27FC236}">
                <a16:creationId xmlns:a16="http://schemas.microsoft.com/office/drawing/2014/main" id="{DCA15E0B-04B2-4C69-8378-E3C932891530}"/>
              </a:ext>
            </a:extLst>
          </p:cNvPr>
          <p:cNvPicPr>
            <a:picLocks noChangeAspect="1"/>
          </p:cNvPicPr>
          <p:nvPr>
            <p:custDataLst>
              <p:tags r:id="rId15"/>
            </p:custDataLst>
          </p:nvPr>
        </p:nvPicPr>
        <p:blipFill>
          <a:blip r:embed="rId97">
            <a:extLst>
              <a:ext uri="{28A0092B-C50C-407E-A947-70E740481C1C}">
                <a14:useLocalDpi xmlns:a14="http://schemas.microsoft.com/office/drawing/2010/main" val="0"/>
              </a:ext>
            </a:extLst>
          </a:blip>
          <a:stretch>
            <a:fillRect/>
          </a:stretch>
        </p:blipFill>
        <p:spPr>
          <a:xfrm>
            <a:off x="9737336" y="13124610"/>
            <a:ext cx="3094778" cy="301573"/>
          </a:xfrm>
          <a:prstGeom prst="rect">
            <a:avLst/>
          </a:prstGeom>
        </p:spPr>
      </p:pic>
      <p:pic>
        <p:nvPicPr>
          <p:cNvPr id="46" name="Picture 45" descr="\documentclass{article}&#10;\usepackage{amsmath}&#10;\usepackage{color}&#10;\pagestyle{empty}&#10;\begin{document}&#10;&#10;$&#10;\color{blue}&#10;\dot{\boldsymbol{R}}_{0,c}&#10;= \begin{bmatrix}&#10;\dot{\boldsymbol{b}}_{1,c} &amp;&#10;\dot{\boldsymbol{b}}_{2,c} &amp;&#10;\dot{\boldsymbol{b}}_{3,c}&#10;\end{bmatrix}&#10;$&#10;&#10;&#10;\end{document}" title="IguanaTex Bitmap Display">
            <a:extLst>
              <a:ext uri="{FF2B5EF4-FFF2-40B4-BE49-F238E27FC236}">
                <a16:creationId xmlns:a16="http://schemas.microsoft.com/office/drawing/2014/main" id="{EB61C0C1-57BE-4974-BFD1-54442A614EED}"/>
              </a:ext>
            </a:extLst>
          </p:cNvPr>
          <p:cNvPicPr>
            <a:picLocks noChangeAspect="1"/>
          </p:cNvPicPr>
          <p:nvPr>
            <p:custDataLst>
              <p:tags r:id="rId16"/>
            </p:custDataLst>
          </p:nvPr>
        </p:nvPicPr>
        <p:blipFill>
          <a:blip r:embed="rId98">
            <a:extLst>
              <a:ext uri="{28A0092B-C50C-407E-A947-70E740481C1C}">
                <a14:useLocalDpi xmlns:a14="http://schemas.microsoft.com/office/drawing/2010/main" val="0"/>
              </a:ext>
            </a:extLst>
          </a:blip>
          <a:stretch>
            <a:fillRect/>
          </a:stretch>
        </p:blipFill>
        <p:spPr>
          <a:xfrm>
            <a:off x="9715547" y="13697198"/>
            <a:ext cx="2564832" cy="314747"/>
          </a:xfrm>
          <a:prstGeom prst="rect">
            <a:avLst/>
          </a:prstGeom>
        </p:spPr>
      </p:pic>
      <p:pic>
        <p:nvPicPr>
          <p:cNvPr id="48" name="Picture 47" descr="\documentclass{article}&#10;\usepackage{amsmath}&#10;\usepackage{color}&#10;\pagestyle{empty}&#10;\begin{document}&#10;&#10;$&#10;\color{blue}&#10;\ddot{\boldsymbol{R}}_{0,c}&#10;= \begin{bmatrix}&#10;\ddot{\boldsymbol{b}}_{1,c} &amp;&#10;\ddot{\boldsymbol{b}}_{2,c} &amp;&#10;\ddot{\boldsymbol{b}}_{3,c}&#10;\end{bmatrix}&#10;$&#10;&#10;&#10;\end{document}" title="IguanaTex Bitmap Display">
            <a:extLst>
              <a:ext uri="{FF2B5EF4-FFF2-40B4-BE49-F238E27FC236}">
                <a16:creationId xmlns:a16="http://schemas.microsoft.com/office/drawing/2014/main" id="{35613A09-CFC8-4BB5-8DD6-DA1D5F0DFC24}"/>
              </a:ext>
            </a:extLst>
          </p:cNvPr>
          <p:cNvPicPr>
            <a:picLocks noChangeAspect="1"/>
          </p:cNvPicPr>
          <p:nvPr>
            <p:custDataLst>
              <p:tags r:id="rId17"/>
            </p:custDataLst>
          </p:nvPr>
        </p:nvPicPr>
        <p:blipFill>
          <a:blip r:embed="rId99">
            <a:extLst>
              <a:ext uri="{28A0092B-C50C-407E-A947-70E740481C1C}">
                <a14:useLocalDpi xmlns:a14="http://schemas.microsoft.com/office/drawing/2010/main" val="0"/>
              </a:ext>
            </a:extLst>
          </a:blip>
          <a:stretch>
            <a:fillRect/>
          </a:stretch>
        </p:blipFill>
        <p:spPr>
          <a:xfrm>
            <a:off x="6325741" y="17311980"/>
            <a:ext cx="2564833" cy="314747"/>
          </a:xfrm>
          <a:prstGeom prst="rect">
            <a:avLst/>
          </a:prstGeom>
        </p:spPr>
      </p:pic>
      <p:pic>
        <p:nvPicPr>
          <p:cNvPr id="81" name="Picture 80" descr="\documentclass{article}&#10;\usepackage{amsmath}&#10;\usepackage{color}&#10;\pagestyle{empty}&#10;\begin{document}&#10;&#10;$&#10;\color{blue}&#10;\dot{\boldsymbol{P}_1}&#10;= -\bigl( \dot{\boldsymbol{b}}_{3,c}\boldsymbol{b}_{3,c}^{T} &#10;+ \boldsymbol{b}_{3,c}\dot{\boldsymbol{b}}_{3,c}^{T} \bigr)&#10;$&#10;&#10;&#10;\end{document}" title="IguanaTex Bitmap Display">
            <a:extLst>
              <a:ext uri="{FF2B5EF4-FFF2-40B4-BE49-F238E27FC236}">
                <a16:creationId xmlns:a16="http://schemas.microsoft.com/office/drawing/2014/main" id="{2D5F509B-EDCF-4100-AE96-C55A8CE9959A}"/>
              </a:ext>
            </a:extLst>
          </p:cNvPr>
          <p:cNvPicPr>
            <a:picLocks noChangeAspect="1"/>
          </p:cNvPicPr>
          <p:nvPr>
            <p:custDataLst>
              <p:tags r:id="rId18"/>
            </p:custDataLst>
          </p:nvPr>
        </p:nvPicPr>
        <p:blipFill>
          <a:blip r:embed="rId100">
            <a:extLst>
              <a:ext uri="{28A0092B-C50C-407E-A947-70E740481C1C}">
                <a14:useLocalDpi xmlns:a14="http://schemas.microsoft.com/office/drawing/2010/main" val="0"/>
              </a:ext>
            </a:extLst>
          </a:blip>
          <a:stretch>
            <a:fillRect/>
          </a:stretch>
        </p:blipFill>
        <p:spPr>
          <a:xfrm>
            <a:off x="2650343" y="11773776"/>
            <a:ext cx="2835661" cy="379162"/>
          </a:xfrm>
          <a:prstGeom prst="rect">
            <a:avLst/>
          </a:prstGeom>
        </p:spPr>
      </p:pic>
      <p:pic>
        <p:nvPicPr>
          <p:cNvPr id="140" name="Picture 139" descr="\documentclass{article}&#10;\usepackage{amsmath}&#10;\usepackage{color}&#10;\pagestyle{empty}&#10;\begin{document}&#10;&#10;$&#10;\color{blue}&#10;\ddot{\boldsymbol{P}}_1&#10;= -( \ddot{\boldsymbol{b}}_{3,c}\boldsymbol{b}_{3,c}^{T}&#10;+ 2\dot{\boldsymbol{b}}_{3,c}\dot{\boldsymbol{b}}_{3,c}^{T}&#10;+ \boldsymbol{b}_{3,c}\ddot{\boldsymbol{b}}_{3,c}^{T} )&#10;$&#10;&#10;&#10;\end{document}" title="IguanaTex Bitmap Display">
            <a:extLst>
              <a:ext uri="{FF2B5EF4-FFF2-40B4-BE49-F238E27FC236}">
                <a16:creationId xmlns:a16="http://schemas.microsoft.com/office/drawing/2014/main" id="{5A4C7F4C-9836-443E-9270-6CEC81C5E29C}"/>
              </a:ext>
            </a:extLst>
          </p:cNvPr>
          <p:cNvPicPr>
            <a:picLocks noChangeAspect="1"/>
          </p:cNvPicPr>
          <p:nvPr>
            <p:custDataLst>
              <p:tags r:id="rId19"/>
            </p:custDataLst>
          </p:nvPr>
        </p:nvPicPr>
        <p:blipFill>
          <a:blip r:embed="rId101">
            <a:extLst>
              <a:ext uri="{28A0092B-C50C-407E-A947-70E740481C1C}">
                <a14:useLocalDpi xmlns:a14="http://schemas.microsoft.com/office/drawing/2010/main" val="0"/>
              </a:ext>
            </a:extLst>
          </a:blip>
          <a:stretch>
            <a:fillRect/>
          </a:stretch>
        </p:blipFill>
        <p:spPr>
          <a:xfrm>
            <a:off x="6352640" y="15348196"/>
            <a:ext cx="3993640" cy="379162"/>
          </a:xfrm>
          <a:prstGeom prst="rect">
            <a:avLst/>
          </a:prstGeom>
        </p:spPr>
      </p:pic>
      <p:pic>
        <p:nvPicPr>
          <p:cNvPr id="123" name="Picture 122" descr="\documentclass{article}&#10;\usepackage{amsmath}&#10;\usepackage{color}&#10;\pagestyle{empty}&#10;\begin{document}&#10;&#10;$&#10;\color{blue}&#10;\dot{\boldsymbol{s}}&#10;= \dot{\boldsymbol{P}_1} \boldsymbol{b}_{1,d} + \boldsymbol{P}_1 \dot{\boldsymbol{b}}_{1,d}&#10;$&#10;&#10;&#10;\end{document}" title="IguanaTex Bitmap Display">
            <a:extLst>
              <a:ext uri="{FF2B5EF4-FFF2-40B4-BE49-F238E27FC236}">
                <a16:creationId xmlns:a16="http://schemas.microsoft.com/office/drawing/2014/main" id="{5447BBF0-9BC6-4582-8E76-48ACDB3E6C67}"/>
              </a:ext>
            </a:extLst>
          </p:cNvPr>
          <p:cNvPicPr>
            <a:picLocks noChangeAspect="1"/>
          </p:cNvPicPr>
          <p:nvPr>
            <p:custDataLst>
              <p:tags r:id="rId20"/>
            </p:custDataLst>
          </p:nvPr>
        </p:nvPicPr>
        <p:blipFill>
          <a:blip r:embed="rId102">
            <a:extLst>
              <a:ext uri="{28A0092B-C50C-407E-A947-70E740481C1C}">
                <a14:useLocalDpi xmlns:a14="http://schemas.microsoft.com/office/drawing/2010/main" val="0"/>
              </a:ext>
            </a:extLst>
          </a:blip>
          <a:stretch>
            <a:fillRect/>
          </a:stretch>
        </p:blipFill>
        <p:spPr>
          <a:xfrm>
            <a:off x="6434164" y="12016803"/>
            <a:ext cx="2162247" cy="301573"/>
          </a:xfrm>
          <a:prstGeom prst="rect">
            <a:avLst/>
          </a:prstGeom>
        </p:spPr>
      </p:pic>
      <p:pic>
        <p:nvPicPr>
          <p:cNvPr id="100" name="Picture 99" descr="\documentclass{article}&#10;\usepackage{amsmath}&#10;\usepackage{color}&#10;\pagestyle{empty}&#10;\begin{document}&#10;&#10;$&#10;\color{blue}&#10;\boldsymbol{s}&#10;= \boldsymbol{P}_1\boldsymbol{b}_{1,d}&#10;$&#10;&#10;&#10;\end{document}" title="IguanaTex Bitmap Display">
            <a:extLst>
              <a:ext uri="{FF2B5EF4-FFF2-40B4-BE49-F238E27FC236}">
                <a16:creationId xmlns:a16="http://schemas.microsoft.com/office/drawing/2014/main" id="{49DDA462-353A-402C-9B42-3FB498A69FDF}"/>
              </a:ext>
            </a:extLst>
          </p:cNvPr>
          <p:cNvPicPr>
            <a:picLocks noChangeAspect="1"/>
          </p:cNvPicPr>
          <p:nvPr>
            <p:custDataLst>
              <p:tags r:id="rId21"/>
            </p:custDataLst>
          </p:nvPr>
        </p:nvPicPr>
        <p:blipFill>
          <a:blip r:embed="rId103">
            <a:extLst>
              <a:ext uri="{28A0092B-C50C-407E-A947-70E740481C1C}">
                <a14:useLocalDpi xmlns:a14="http://schemas.microsoft.com/office/drawing/2010/main" val="0"/>
              </a:ext>
            </a:extLst>
          </a:blip>
          <a:stretch>
            <a:fillRect/>
          </a:stretch>
        </p:blipFill>
        <p:spPr>
          <a:xfrm>
            <a:off x="6434163" y="10739717"/>
            <a:ext cx="1146268" cy="243014"/>
          </a:xfrm>
          <a:prstGeom prst="rect">
            <a:avLst/>
          </a:prstGeom>
        </p:spPr>
      </p:pic>
      <p:pic>
        <p:nvPicPr>
          <p:cNvPr id="137" name="Picture 136" descr="\documentclass{article}&#10;\usepackage{amsmath}&#10;\usepackage{color}&#10;\pagestyle{empty}&#10;\begin{document}&#10;&#10;$&#10;\color{blue}&#10;\ddot{\boldsymbol{b}}_{3,c}&#10;= \dfrac{1}{\|\boldsymbol{f}_{d}\|} \left( \dot{\boldsymbol{P}}_1 \dot{\boldsymbol{f}}_{d} + \boldsymbol{P}_1 \ddot{\boldsymbol{f}}_{d} \right)&#10;- \dfrac{ \boldsymbol{b}_{3,c}^{T}\dot{\boldsymbol{f}}_{d} }{ \|\boldsymbol{f}_{d}\|^2 } \boldsymbol{P}_1\dot{\boldsymbol{f}}_{d}&#10;$&#10;&#10;&#10;\end{document}" title="IguanaTex Bitmap Display">
            <a:extLst>
              <a:ext uri="{FF2B5EF4-FFF2-40B4-BE49-F238E27FC236}">
                <a16:creationId xmlns:a16="http://schemas.microsoft.com/office/drawing/2014/main" id="{7EE36017-72F8-44D0-86C2-D6ABC0530FAA}"/>
              </a:ext>
            </a:extLst>
          </p:cNvPr>
          <p:cNvPicPr>
            <a:picLocks noChangeAspect="1"/>
          </p:cNvPicPr>
          <p:nvPr>
            <p:custDataLst>
              <p:tags r:id="rId22"/>
            </p:custDataLst>
          </p:nvPr>
        </p:nvPicPr>
        <p:blipFill>
          <a:blip r:embed="rId104">
            <a:extLst>
              <a:ext uri="{28A0092B-C50C-407E-A947-70E740481C1C}">
                <a14:useLocalDpi xmlns:a14="http://schemas.microsoft.com/office/drawing/2010/main" val="0"/>
              </a:ext>
            </a:extLst>
          </a:blip>
          <a:stretch>
            <a:fillRect/>
          </a:stretch>
        </p:blipFill>
        <p:spPr>
          <a:xfrm>
            <a:off x="337761" y="15208585"/>
            <a:ext cx="4708043" cy="647067"/>
          </a:xfrm>
          <a:prstGeom prst="rect">
            <a:avLst/>
          </a:prstGeom>
        </p:spPr>
      </p:pic>
      <p:pic>
        <p:nvPicPr>
          <p:cNvPr id="88" name="Picture 87" descr="\documentclass{article}&#10;\usepackage{amsmath}&#10;\pagestyle{empty}&#10;\begin{document}&#10;&#10;$&#10;\boldsymbol{x}_{c,d},~&#10;\dot{\boldsymbol{x}}_{c,d},~&#10;\ddot{\boldsymbol{x}}_{c,d},~&#10;\boldsymbol{x}_{c,d}^{(3)}&#10;$&#10;&#10;&#10;\end{document}" title="IguanaTex Bitmap Display">
            <a:extLst>
              <a:ext uri="{FF2B5EF4-FFF2-40B4-BE49-F238E27FC236}">
                <a16:creationId xmlns:a16="http://schemas.microsoft.com/office/drawing/2014/main" id="{55AF18CE-68FE-494E-A7D6-FD4D7455E8E3}"/>
              </a:ext>
            </a:extLst>
          </p:cNvPr>
          <p:cNvPicPr>
            <a:picLocks noChangeAspect="1"/>
          </p:cNvPicPr>
          <p:nvPr>
            <p:custDataLst>
              <p:tags r:id="rId23"/>
            </p:custDataLst>
          </p:nvPr>
        </p:nvPicPr>
        <p:blipFill>
          <a:blip r:embed="rId105">
            <a:extLst>
              <a:ext uri="{28A0092B-C50C-407E-A947-70E740481C1C}">
                <a14:useLocalDpi xmlns:a14="http://schemas.microsoft.com/office/drawing/2010/main" val="0"/>
              </a:ext>
            </a:extLst>
          </a:blip>
          <a:stretch>
            <a:fillRect/>
          </a:stretch>
        </p:blipFill>
        <p:spPr>
          <a:xfrm>
            <a:off x="254808" y="1520175"/>
            <a:ext cx="2220805" cy="365987"/>
          </a:xfrm>
          <a:prstGeom prst="rect">
            <a:avLst/>
          </a:prstGeom>
        </p:spPr>
      </p:pic>
      <p:pic>
        <p:nvPicPr>
          <p:cNvPr id="93" name="Picture 92" descr="\documentclass{article}&#10;\usepackage{amsmath}&#10;\pagestyle{empty}&#10;\begin{document}&#10;&#10;$&#10;\boldsymbol{b}_{1,d},~&#10;\dot{\boldsymbol{b}}_{1,d},~&#10;\ddot{\boldsymbol{b}}_{1,d}&#10;$&#10;&#10;&#10;\end{document}" title="IguanaTex Bitmap Display">
            <a:extLst>
              <a:ext uri="{FF2B5EF4-FFF2-40B4-BE49-F238E27FC236}">
                <a16:creationId xmlns:a16="http://schemas.microsoft.com/office/drawing/2014/main" id="{A9FA12C5-EA9B-4A21-A448-FC67C990C648}"/>
              </a:ext>
            </a:extLst>
          </p:cNvPr>
          <p:cNvPicPr>
            <a:picLocks noChangeAspect="1"/>
          </p:cNvPicPr>
          <p:nvPr>
            <p:custDataLst>
              <p:tags r:id="rId24"/>
            </p:custDataLst>
          </p:nvPr>
        </p:nvPicPr>
        <p:blipFill>
          <a:blip r:embed="rId106">
            <a:extLst>
              <a:ext uri="{28A0092B-C50C-407E-A947-70E740481C1C}">
                <a14:useLocalDpi xmlns:a14="http://schemas.microsoft.com/office/drawing/2010/main" val="0"/>
              </a:ext>
            </a:extLst>
          </a:blip>
          <a:stretch>
            <a:fillRect/>
          </a:stretch>
        </p:blipFill>
        <p:spPr>
          <a:xfrm>
            <a:off x="3006217" y="1552801"/>
            <a:ext cx="1538604" cy="301574"/>
          </a:xfrm>
          <a:prstGeom prst="rect">
            <a:avLst/>
          </a:prstGeom>
        </p:spPr>
      </p:pic>
      <p:sp>
        <p:nvSpPr>
          <p:cNvPr id="149" name="Arrow: Right 148">
            <a:extLst>
              <a:ext uri="{FF2B5EF4-FFF2-40B4-BE49-F238E27FC236}">
                <a16:creationId xmlns:a16="http://schemas.microsoft.com/office/drawing/2014/main" id="{1A4B0950-7794-44E8-B52A-8632341987C7}"/>
              </a:ext>
            </a:extLst>
          </p:cNvPr>
          <p:cNvSpPr/>
          <p:nvPr/>
        </p:nvSpPr>
        <p:spPr>
          <a:xfrm>
            <a:off x="1999342" y="10709237"/>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sp>
        <p:nvSpPr>
          <p:cNvPr id="150" name="Arrow: Right 149">
            <a:extLst>
              <a:ext uri="{FF2B5EF4-FFF2-40B4-BE49-F238E27FC236}">
                <a16:creationId xmlns:a16="http://schemas.microsoft.com/office/drawing/2014/main" id="{26E62B0F-24D4-4CC3-9170-7DE65C0E32AC}"/>
              </a:ext>
            </a:extLst>
          </p:cNvPr>
          <p:cNvSpPr/>
          <p:nvPr/>
        </p:nvSpPr>
        <p:spPr>
          <a:xfrm>
            <a:off x="5759068" y="10683335"/>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sp>
        <p:nvSpPr>
          <p:cNvPr id="151" name="Arrow: Right 150">
            <a:extLst>
              <a:ext uri="{FF2B5EF4-FFF2-40B4-BE49-F238E27FC236}">
                <a16:creationId xmlns:a16="http://schemas.microsoft.com/office/drawing/2014/main" id="{3E085FE0-EFB5-4A80-A7DB-968FFEFAB26F}"/>
              </a:ext>
            </a:extLst>
          </p:cNvPr>
          <p:cNvSpPr/>
          <p:nvPr/>
        </p:nvSpPr>
        <p:spPr>
          <a:xfrm>
            <a:off x="2023572" y="12050346"/>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sp>
        <p:nvSpPr>
          <p:cNvPr id="152" name="Arrow: Right 151">
            <a:extLst>
              <a:ext uri="{FF2B5EF4-FFF2-40B4-BE49-F238E27FC236}">
                <a16:creationId xmlns:a16="http://schemas.microsoft.com/office/drawing/2014/main" id="{33C7BD14-2528-4F2A-A3FD-802BCE0827D9}"/>
              </a:ext>
            </a:extLst>
          </p:cNvPr>
          <p:cNvSpPr/>
          <p:nvPr/>
        </p:nvSpPr>
        <p:spPr>
          <a:xfrm>
            <a:off x="5774325" y="12084524"/>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sp>
        <p:nvSpPr>
          <p:cNvPr id="153" name="Arrow: Right 152">
            <a:extLst>
              <a:ext uri="{FF2B5EF4-FFF2-40B4-BE49-F238E27FC236}">
                <a16:creationId xmlns:a16="http://schemas.microsoft.com/office/drawing/2014/main" id="{09B555F9-D01C-4BCF-8A3B-BA877083F5D3}"/>
              </a:ext>
            </a:extLst>
          </p:cNvPr>
          <p:cNvSpPr/>
          <p:nvPr/>
        </p:nvSpPr>
        <p:spPr>
          <a:xfrm>
            <a:off x="8851855" y="10690023"/>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sp>
        <p:nvSpPr>
          <p:cNvPr id="154" name="Arrow: Right 153">
            <a:extLst>
              <a:ext uri="{FF2B5EF4-FFF2-40B4-BE49-F238E27FC236}">
                <a16:creationId xmlns:a16="http://schemas.microsoft.com/office/drawing/2014/main" id="{88A2B625-4271-4E7A-9819-F350378053D2}"/>
              </a:ext>
            </a:extLst>
          </p:cNvPr>
          <p:cNvSpPr/>
          <p:nvPr/>
        </p:nvSpPr>
        <p:spPr>
          <a:xfrm>
            <a:off x="8867112" y="12091212"/>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pic>
        <p:nvPicPr>
          <p:cNvPr id="130" name="Picture 129" descr="\documentclass{article}&#10;\usepackage{amsmath}&#10;\usepackage{color}&#10;\pagestyle{empty}&#10;\begin{document}&#10;&#10;$&#10;\color{blue}&#10;\dot{\boldsymbol{b}}_{3,c}&#10;= \dfrac{1}{\|\boldsymbol{f}_{d}\|} &#10;\boldsymbol{P}_1 \dot{\boldsymbol{f}}_d&#10;$&#10;&#10;&#10;\end{document}" title="IguanaTex Bitmap Display">
            <a:extLst>
              <a:ext uri="{FF2B5EF4-FFF2-40B4-BE49-F238E27FC236}">
                <a16:creationId xmlns:a16="http://schemas.microsoft.com/office/drawing/2014/main" id="{40432077-06EC-4539-AFD2-3D7D8E6D3FA8}"/>
              </a:ext>
            </a:extLst>
          </p:cNvPr>
          <p:cNvPicPr>
            <a:picLocks noChangeAspect="1"/>
          </p:cNvPicPr>
          <p:nvPr>
            <p:custDataLst>
              <p:tags r:id="rId25"/>
            </p:custDataLst>
          </p:nvPr>
        </p:nvPicPr>
        <p:blipFill>
          <a:blip r:embed="rId107">
            <a:extLst>
              <a:ext uri="{28A0092B-C50C-407E-A947-70E740481C1C}">
                <a14:useLocalDpi xmlns:a14="http://schemas.microsoft.com/office/drawing/2010/main" val="0"/>
              </a:ext>
            </a:extLst>
          </a:blip>
          <a:stretch>
            <a:fillRect/>
          </a:stretch>
        </p:blipFill>
        <p:spPr>
          <a:xfrm>
            <a:off x="9796190" y="10544445"/>
            <a:ext cx="1862137" cy="559228"/>
          </a:xfrm>
          <a:prstGeom prst="rect">
            <a:avLst/>
          </a:prstGeom>
        </p:spPr>
      </p:pic>
      <p:sp>
        <p:nvSpPr>
          <p:cNvPr id="161" name="Arrow: Right 160">
            <a:extLst>
              <a:ext uri="{FF2B5EF4-FFF2-40B4-BE49-F238E27FC236}">
                <a16:creationId xmlns:a16="http://schemas.microsoft.com/office/drawing/2014/main" id="{DA3A2D30-746F-40CF-A6CD-4A4F4BAB0C02}"/>
              </a:ext>
            </a:extLst>
          </p:cNvPr>
          <p:cNvSpPr/>
          <p:nvPr/>
        </p:nvSpPr>
        <p:spPr>
          <a:xfrm>
            <a:off x="8900121" y="13185842"/>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cxnSp>
        <p:nvCxnSpPr>
          <p:cNvPr id="162" name="Straight Connector 161">
            <a:extLst>
              <a:ext uri="{FF2B5EF4-FFF2-40B4-BE49-F238E27FC236}">
                <a16:creationId xmlns:a16="http://schemas.microsoft.com/office/drawing/2014/main" id="{6C619B6C-ED65-4AF0-93C1-F9B4824982D1}"/>
              </a:ext>
            </a:extLst>
          </p:cNvPr>
          <p:cNvCxnSpPr>
            <a:cxnSpLocks/>
          </p:cNvCxnSpPr>
          <p:nvPr/>
        </p:nvCxnSpPr>
        <p:spPr>
          <a:xfrm>
            <a:off x="116007" y="14872356"/>
            <a:ext cx="16059031"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133" name="Picture 132" descr="\documentclass{article}&#10;\usepackage{amsmath}&#10;\usepackage{color}&#10;\pagestyle{empty}&#10;\begin{document}&#10;&#10;$&#10;\color{blue}&#10;\ddot{\boldsymbol{f}}_{d}&#10;= -k_x \boldsymbol{e}_{a_x}&#10;- k_v \boldsymbol{e}_{j_x}&#10;+ m \boldsymbol{x}_{c,d}^{(4)}&#10;$&#10;&#10;&#10;\end{document}" title="IguanaTex Bitmap Display">
            <a:extLst>
              <a:ext uri="{FF2B5EF4-FFF2-40B4-BE49-F238E27FC236}">
                <a16:creationId xmlns:a16="http://schemas.microsoft.com/office/drawing/2014/main" id="{51978915-505B-466B-8ADB-3499543694D4}"/>
              </a:ext>
            </a:extLst>
          </p:cNvPr>
          <p:cNvPicPr>
            <a:picLocks noChangeAspect="1"/>
          </p:cNvPicPr>
          <p:nvPr>
            <p:custDataLst>
              <p:tags r:id="rId26"/>
            </p:custDataLst>
          </p:nvPr>
        </p:nvPicPr>
        <p:blipFill>
          <a:blip r:embed="rId108">
            <a:extLst>
              <a:ext uri="{28A0092B-C50C-407E-A947-70E740481C1C}">
                <a14:useLocalDpi xmlns:a14="http://schemas.microsoft.com/office/drawing/2010/main" val="0"/>
              </a:ext>
            </a:extLst>
          </a:blip>
          <a:stretch>
            <a:fillRect/>
          </a:stretch>
        </p:blipFill>
        <p:spPr>
          <a:xfrm>
            <a:off x="8573870" y="8071521"/>
            <a:ext cx="3178224" cy="364523"/>
          </a:xfrm>
          <a:prstGeom prst="rect">
            <a:avLst/>
          </a:prstGeom>
        </p:spPr>
      </p:pic>
      <p:sp>
        <p:nvSpPr>
          <p:cNvPr id="170" name="Arrow: Right 169">
            <a:extLst>
              <a:ext uri="{FF2B5EF4-FFF2-40B4-BE49-F238E27FC236}">
                <a16:creationId xmlns:a16="http://schemas.microsoft.com/office/drawing/2014/main" id="{0F5A35AD-B3C4-45A3-BC0E-63FA6689822F}"/>
              </a:ext>
            </a:extLst>
          </p:cNvPr>
          <p:cNvSpPr/>
          <p:nvPr/>
        </p:nvSpPr>
        <p:spPr>
          <a:xfrm>
            <a:off x="5398011" y="15409040"/>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pic>
        <p:nvPicPr>
          <p:cNvPr id="144" name="Picture 143" descr="\documentclass{article}&#10;\usepackage{amsmath}&#10;\usepackage{color}&#10;\pagestyle{empty}&#10;\begin{document}&#10;&#10;$&#10;\color{blue}&#10;\ddot{\boldsymbol{b}}_{1,c}&#10;= \dfrac{1}{\|\boldsymbol{s}\|} \bigl( \dot{\boldsymbol{P}}_2\dot{\boldsymbol{s}} + \boldsymbol{P}_2\ddot{\boldsymbol{s}} \bigr) &#10;- \dfrac{ \boldsymbol{b}_{1,c}^{T}\dot{\boldsymbol{s}} }{ \|\boldsymbol{s}\| } \dot{\boldsymbol{b}}_{1,c}&#10;$&#10;&#10;&#10;\end{document}" title="IguanaTex Bitmap Display">
            <a:extLst>
              <a:ext uri="{FF2B5EF4-FFF2-40B4-BE49-F238E27FC236}">
                <a16:creationId xmlns:a16="http://schemas.microsoft.com/office/drawing/2014/main" id="{AA717E0A-723C-464A-9301-CBC2D0015F5B}"/>
              </a:ext>
            </a:extLst>
          </p:cNvPr>
          <p:cNvPicPr>
            <a:picLocks noChangeAspect="1"/>
          </p:cNvPicPr>
          <p:nvPr>
            <p:custDataLst>
              <p:tags r:id="rId27"/>
            </p:custDataLst>
          </p:nvPr>
        </p:nvPicPr>
        <p:blipFill>
          <a:blip r:embed="rId109">
            <a:extLst>
              <a:ext uri="{28A0092B-C50C-407E-A947-70E740481C1C}">
                <a14:useLocalDpi xmlns:a14="http://schemas.microsoft.com/office/drawing/2010/main" val="0"/>
              </a:ext>
            </a:extLst>
          </a:blip>
          <a:stretch>
            <a:fillRect/>
          </a:stretch>
        </p:blipFill>
        <p:spPr>
          <a:xfrm>
            <a:off x="337758" y="16568458"/>
            <a:ext cx="3782832" cy="644137"/>
          </a:xfrm>
          <a:prstGeom prst="rect">
            <a:avLst/>
          </a:prstGeom>
        </p:spPr>
      </p:pic>
      <p:pic>
        <p:nvPicPr>
          <p:cNvPr id="146" name="Picture 145" descr="\documentclass{article}&#10;\usepackage{amsmath}&#10;\usepackage{color}&#10;\pagestyle{empty}&#10;\begin{document}&#10;&#10;$&#10;\color{blue}&#10;\boldsymbol{P}_2&#10;= \boldsymbol{I}_3 - \boldsymbol{b}_{1,c} \boldsymbol{b}_{1,c}^{T}&#10;$&#10;&#10;&#10;\end{document}" title="IguanaTex Bitmap Display">
            <a:extLst>
              <a:ext uri="{FF2B5EF4-FFF2-40B4-BE49-F238E27FC236}">
                <a16:creationId xmlns:a16="http://schemas.microsoft.com/office/drawing/2014/main" id="{009F981C-A04C-42D0-997D-A3547C89B8F7}"/>
              </a:ext>
            </a:extLst>
          </p:cNvPr>
          <p:cNvPicPr>
            <a:picLocks noChangeAspect="1"/>
          </p:cNvPicPr>
          <p:nvPr>
            <p:custDataLst>
              <p:tags r:id="rId28"/>
            </p:custDataLst>
          </p:nvPr>
        </p:nvPicPr>
        <p:blipFill>
          <a:blip r:embed="rId110">
            <a:extLst>
              <a:ext uri="{28A0092B-C50C-407E-A947-70E740481C1C}">
                <a14:useLocalDpi xmlns:a14="http://schemas.microsoft.com/office/drawing/2010/main" val="0"/>
              </a:ext>
            </a:extLst>
          </a:blip>
          <a:stretch>
            <a:fillRect/>
          </a:stretch>
        </p:blipFill>
        <p:spPr>
          <a:xfrm>
            <a:off x="2693512" y="12362899"/>
            <a:ext cx="1936800" cy="322069"/>
          </a:xfrm>
          <a:prstGeom prst="rect">
            <a:avLst/>
          </a:prstGeom>
        </p:spPr>
      </p:pic>
      <p:pic>
        <p:nvPicPr>
          <p:cNvPr id="157" name="Picture 156" descr="\documentclass{article}&#10;\usepackage{amsmath}&#10;\usepackage{color}&#10;\pagestyle{empty}&#10;\begin{document}&#10;&#10;$&#10;\color{blue}&#10;\dot{\boldsymbol{P}}_2&#10;= -\bigl( \dot{\boldsymbol{b}}_{1,c}\boldsymbol{b}_{1,c}^{T}&#10;+ \boldsymbol{b}_{1,c}\dot{\boldsymbol{b}}_{1,c}^{T} \bigr)&#10;$&#10;&#10;&#10;\end{document}" title="IguanaTex Bitmap Display">
            <a:extLst>
              <a:ext uri="{FF2B5EF4-FFF2-40B4-BE49-F238E27FC236}">
                <a16:creationId xmlns:a16="http://schemas.microsoft.com/office/drawing/2014/main" id="{9E5CB1C7-DED8-49AE-A55C-E5ED5F1B4CAB}"/>
              </a:ext>
            </a:extLst>
          </p:cNvPr>
          <p:cNvPicPr>
            <a:picLocks noChangeAspect="1"/>
          </p:cNvPicPr>
          <p:nvPr>
            <p:custDataLst>
              <p:tags r:id="rId29"/>
            </p:custDataLst>
          </p:nvPr>
        </p:nvPicPr>
        <p:blipFill>
          <a:blip r:embed="rId111">
            <a:extLst>
              <a:ext uri="{28A0092B-C50C-407E-A947-70E740481C1C}">
                <a14:useLocalDpi xmlns:a14="http://schemas.microsoft.com/office/drawing/2010/main" val="0"/>
              </a:ext>
            </a:extLst>
          </a:blip>
          <a:stretch>
            <a:fillRect/>
          </a:stretch>
        </p:blipFill>
        <p:spPr>
          <a:xfrm>
            <a:off x="9715546" y="12392436"/>
            <a:ext cx="2835660" cy="379162"/>
          </a:xfrm>
          <a:prstGeom prst="rect">
            <a:avLst/>
          </a:prstGeom>
        </p:spPr>
      </p:pic>
      <p:pic>
        <p:nvPicPr>
          <p:cNvPr id="159" name="Picture 158" descr="\documentclass{article}&#10;\usepackage{amsmath}&#10;\usepackage{color}&#10;\pagestyle{empty}&#10;\begin{document}&#10;&#10;$&#10;\color{blue}&#10;\ddot{\boldsymbol{b}}_{2,c}&#10;= \ddot{\boldsymbol{b}}_{3,c} \times \boldsymbol{b}_{1,c}&#10;+ 2\dot{\boldsymbol{b}}_{3,c} \times \dot{\boldsymbol{b}}_{1,c}&#10;+ \boldsymbol{b}_{3,c} \times \ddot{\boldsymbol{b}}_{1,c}&#10;$&#10;&#10;&#10;\end{document}" title="IguanaTex Bitmap Display">
            <a:extLst>
              <a:ext uri="{FF2B5EF4-FFF2-40B4-BE49-F238E27FC236}">
                <a16:creationId xmlns:a16="http://schemas.microsoft.com/office/drawing/2014/main" id="{8F01CC41-D65A-41D3-BD4A-EC04C0842AF7}"/>
              </a:ext>
            </a:extLst>
          </p:cNvPr>
          <p:cNvPicPr>
            <a:picLocks noChangeAspect="1"/>
          </p:cNvPicPr>
          <p:nvPr>
            <p:custDataLst>
              <p:tags r:id="rId30"/>
            </p:custDataLst>
          </p:nvPr>
        </p:nvPicPr>
        <p:blipFill>
          <a:blip r:embed="rId112">
            <a:extLst>
              <a:ext uri="{28A0092B-C50C-407E-A947-70E740481C1C}">
                <a14:useLocalDpi xmlns:a14="http://schemas.microsoft.com/office/drawing/2010/main" val="0"/>
              </a:ext>
            </a:extLst>
          </a:blip>
          <a:stretch>
            <a:fillRect/>
          </a:stretch>
        </p:blipFill>
        <p:spPr>
          <a:xfrm>
            <a:off x="6333954" y="16737599"/>
            <a:ext cx="4570436" cy="301573"/>
          </a:xfrm>
          <a:prstGeom prst="rect">
            <a:avLst/>
          </a:prstGeom>
        </p:spPr>
      </p:pic>
      <p:pic>
        <p:nvPicPr>
          <p:cNvPr id="166" name="Picture 165" descr="\documentclass{article}&#10;\usepackage{amsmath}&#10;\usepackage{color}&#10;\pagestyle{empty}&#10;\begin{document}&#10;&#10;$&#10;\color{blue}&#10;\ddot{\boldsymbol{s}}&#10;= \ddot{\boldsymbol{P}}_1 \boldsymbol{b}_{1,d}&#10;+ 2 \dot{\boldsymbol{P}}_1 \dot{\boldsymbol{b}}_{1,d}&#10;+ \boldsymbol{P}_1 \ddot{\boldsymbol{b}}_{1,d}&#10;$&#10;&#10;&#10;\end{document}" title="IguanaTex Bitmap Display">
            <a:extLst>
              <a:ext uri="{FF2B5EF4-FFF2-40B4-BE49-F238E27FC236}">
                <a16:creationId xmlns:a16="http://schemas.microsoft.com/office/drawing/2014/main" id="{DD80AA94-22D4-4489-9E64-35B4690DD779}"/>
              </a:ext>
            </a:extLst>
          </p:cNvPr>
          <p:cNvPicPr>
            <a:picLocks noChangeAspect="1"/>
          </p:cNvPicPr>
          <p:nvPr>
            <p:custDataLst>
              <p:tags r:id="rId31"/>
            </p:custDataLst>
          </p:nvPr>
        </p:nvPicPr>
        <p:blipFill>
          <a:blip r:embed="rId113">
            <a:extLst>
              <a:ext uri="{28A0092B-C50C-407E-A947-70E740481C1C}">
                <a14:useLocalDpi xmlns:a14="http://schemas.microsoft.com/office/drawing/2010/main" val="0"/>
              </a:ext>
            </a:extLst>
          </a:blip>
          <a:stretch>
            <a:fillRect/>
          </a:stretch>
        </p:blipFill>
        <p:spPr>
          <a:xfrm>
            <a:off x="6352641" y="16018776"/>
            <a:ext cx="3298267" cy="301573"/>
          </a:xfrm>
          <a:prstGeom prst="rect">
            <a:avLst/>
          </a:prstGeom>
        </p:spPr>
      </p:pic>
      <p:sp>
        <p:nvSpPr>
          <p:cNvPr id="190" name="Arrow: Right 189">
            <a:extLst>
              <a:ext uri="{FF2B5EF4-FFF2-40B4-BE49-F238E27FC236}">
                <a16:creationId xmlns:a16="http://schemas.microsoft.com/office/drawing/2014/main" id="{CD6C2D50-AA10-4E1E-9DFC-7A755F8BA195}"/>
              </a:ext>
            </a:extLst>
          </p:cNvPr>
          <p:cNvSpPr/>
          <p:nvPr/>
        </p:nvSpPr>
        <p:spPr>
          <a:xfrm>
            <a:off x="5368379" y="16737598"/>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sp>
        <p:nvSpPr>
          <p:cNvPr id="192" name="Arrow: Right 191">
            <a:extLst>
              <a:ext uri="{FF2B5EF4-FFF2-40B4-BE49-F238E27FC236}">
                <a16:creationId xmlns:a16="http://schemas.microsoft.com/office/drawing/2014/main" id="{3A489FFF-9C5B-4C53-996F-695CD5F03F02}"/>
              </a:ext>
            </a:extLst>
          </p:cNvPr>
          <p:cNvSpPr/>
          <p:nvPr/>
        </p:nvSpPr>
        <p:spPr>
          <a:xfrm>
            <a:off x="5355927" y="17988756"/>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sp>
        <p:nvSpPr>
          <p:cNvPr id="197" name="TextBox 196">
            <a:extLst>
              <a:ext uri="{FF2B5EF4-FFF2-40B4-BE49-F238E27FC236}">
                <a16:creationId xmlns:a16="http://schemas.microsoft.com/office/drawing/2014/main" id="{54DCB7F4-ACFF-4D42-9B64-5FB10A574A29}"/>
              </a:ext>
            </a:extLst>
          </p:cNvPr>
          <p:cNvSpPr txBox="1"/>
          <p:nvPr/>
        </p:nvSpPr>
        <p:spPr>
          <a:xfrm>
            <a:off x="228459" y="20577232"/>
            <a:ext cx="4419760" cy="445828"/>
          </a:xfrm>
          <a:prstGeom prst="rect">
            <a:avLst/>
          </a:prstGeom>
          <a:noFill/>
        </p:spPr>
        <p:txBody>
          <a:bodyPr wrap="square" rtlCol="0">
            <a:spAutoFit/>
          </a:bodyPr>
          <a:lstStyle/>
          <a:p>
            <a:r>
              <a:rPr lang="en-US" altLang="zh-CN" sz="2297" b="1" dirty="0">
                <a:latin typeface="Georgia" panose="02040502050405020303" pitchFamily="18" charset="0"/>
              </a:rPr>
              <a:t>Control – Arm</a:t>
            </a:r>
          </a:p>
        </p:txBody>
      </p:sp>
      <p:sp>
        <p:nvSpPr>
          <p:cNvPr id="200" name="Arrow: Right 199">
            <a:extLst>
              <a:ext uri="{FF2B5EF4-FFF2-40B4-BE49-F238E27FC236}">
                <a16:creationId xmlns:a16="http://schemas.microsoft.com/office/drawing/2014/main" id="{A9BC6E61-2633-49F0-8578-A49F833174F2}"/>
              </a:ext>
            </a:extLst>
          </p:cNvPr>
          <p:cNvSpPr/>
          <p:nvPr/>
        </p:nvSpPr>
        <p:spPr>
          <a:xfrm>
            <a:off x="2001466" y="13187965"/>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pic>
        <p:nvPicPr>
          <p:cNvPr id="168" name="Picture 167" descr="\documentclass{article}&#10;\usepackage{amsmath}&#10;\usepackage{color}&#10;\pagestyle{empty}&#10;\begin{document}&#10;&#10;$&#10;\color{blue}&#10;\boldsymbol{b}_{2,c} = \boldsymbol{b}_{3,c} \times \boldsymbol{b}_{1,c}&#10;$&#10;&#10;&#10;\end{document}" title="IguanaTex Bitmap Display">
            <a:extLst>
              <a:ext uri="{FF2B5EF4-FFF2-40B4-BE49-F238E27FC236}">
                <a16:creationId xmlns:a16="http://schemas.microsoft.com/office/drawing/2014/main" id="{3A14BEE9-6E32-435C-A4FA-F5EC9E833970}"/>
              </a:ext>
            </a:extLst>
          </p:cNvPr>
          <p:cNvPicPr>
            <a:picLocks noChangeAspect="1"/>
          </p:cNvPicPr>
          <p:nvPr>
            <p:custDataLst>
              <p:tags r:id="rId32"/>
            </p:custDataLst>
          </p:nvPr>
        </p:nvPicPr>
        <p:blipFill>
          <a:blip r:embed="rId114">
            <a:extLst>
              <a:ext uri="{28A0092B-C50C-407E-A947-70E740481C1C}">
                <a14:useLocalDpi xmlns:a14="http://schemas.microsoft.com/office/drawing/2010/main" val="0"/>
              </a:ext>
            </a:extLst>
          </a:blip>
          <a:stretch>
            <a:fillRect/>
          </a:stretch>
        </p:blipFill>
        <p:spPr>
          <a:xfrm>
            <a:off x="2693512" y="13201229"/>
            <a:ext cx="1739167" cy="243014"/>
          </a:xfrm>
          <a:prstGeom prst="rect">
            <a:avLst/>
          </a:prstGeom>
        </p:spPr>
      </p:pic>
      <p:pic>
        <p:nvPicPr>
          <p:cNvPr id="174" name="Picture 173" descr="\documentclass{article}&#10;\usepackage{amsmath}&#10;\usepackage{color}&#10;\pagestyle{empty}&#10;\begin{document}&#10;&#10;$&#10;\color{blue}&#10;\boldsymbol{R}_{0,c}&#10;= \begin{bmatrix}&#10;\boldsymbol{b}_{1,c} &amp;&#10;\boldsymbol{b}_{2,c} &amp;&#10;\boldsymbol{b}_{3,c}&#10;\end{bmatrix}&#10;$&#10;&#10;&#10;\end{document}" title="IguanaTex Bitmap Display">
            <a:extLst>
              <a:ext uri="{FF2B5EF4-FFF2-40B4-BE49-F238E27FC236}">
                <a16:creationId xmlns:a16="http://schemas.microsoft.com/office/drawing/2014/main" id="{FA6F65EF-930C-458A-9948-4B27E686E8ED}"/>
              </a:ext>
            </a:extLst>
          </p:cNvPr>
          <p:cNvPicPr>
            <a:picLocks noChangeAspect="1"/>
          </p:cNvPicPr>
          <p:nvPr>
            <p:custDataLst>
              <p:tags r:id="rId33"/>
            </p:custDataLst>
          </p:nvPr>
        </p:nvPicPr>
        <p:blipFill>
          <a:blip r:embed="rId115">
            <a:extLst>
              <a:ext uri="{28A0092B-C50C-407E-A947-70E740481C1C}">
                <a14:useLocalDpi xmlns:a14="http://schemas.microsoft.com/office/drawing/2010/main" val="0"/>
              </a:ext>
            </a:extLst>
          </a:blip>
          <a:stretch>
            <a:fillRect/>
          </a:stretch>
        </p:blipFill>
        <p:spPr>
          <a:xfrm>
            <a:off x="2659633" y="13696384"/>
            <a:ext cx="2564833" cy="297181"/>
          </a:xfrm>
          <a:prstGeom prst="rect">
            <a:avLst/>
          </a:prstGeom>
        </p:spPr>
      </p:pic>
      <p:pic>
        <p:nvPicPr>
          <p:cNvPr id="211" name="Picture 210" descr="\documentclass{article}&#10;\usepackage{amsmath}&#10;\usepackage{color}&#10;\pagestyle{empty}&#10;\begin{document}&#10;&#10;$&#10;\boldsymbol{e}_{\omega}&#10;=&#10;\boldsymbol{\omega}_0&#10;-&#10;\boldsymbol{R}_0^T \boldsymbol{R}_{0,c} \boldsymbol{\omega}_{0,c}&#10;$&#10;&#10;&#10;\end{document}" title="IguanaTex Bitmap Display">
            <a:extLst>
              <a:ext uri="{FF2B5EF4-FFF2-40B4-BE49-F238E27FC236}">
                <a16:creationId xmlns:a16="http://schemas.microsoft.com/office/drawing/2014/main" id="{052BEC3C-D151-4C87-92A9-F109C042B373}"/>
              </a:ext>
            </a:extLst>
          </p:cNvPr>
          <p:cNvPicPr>
            <a:picLocks noChangeAspect="1"/>
          </p:cNvPicPr>
          <p:nvPr>
            <p:custDataLst>
              <p:tags r:id="rId34"/>
            </p:custDataLst>
          </p:nvPr>
        </p:nvPicPr>
        <p:blipFill>
          <a:blip r:embed="rId116">
            <a:extLst>
              <a:ext uri="{28A0092B-C50C-407E-A947-70E740481C1C}">
                <a14:useLocalDpi xmlns:a14="http://schemas.microsoft.com/office/drawing/2010/main" val="0"/>
              </a:ext>
            </a:extLst>
          </a:blip>
          <a:stretch>
            <a:fillRect/>
          </a:stretch>
        </p:blipFill>
        <p:spPr>
          <a:xfrm>
            <a:off x="448326" y="19688396"/>
            <a:ext cx="2437472" cy="295717"/>
          </a:xfrm>
          <a:prstGeom prst="rect">
            <a:avLst/>
          </a:prstGeom>
        </p:spPr>
      </p:pic>
      <p:pic>
        <p:nvPicPr>
          <p:cNvPr id="189" name="Picture 188" descr="\documentclass{article}&#10;\usepackage{amsmath}&#10;\usepackage{color}&#10;\pagestyle{empty}&#10;\begin{document}&#10;&#10;$&#10;\boldsymbol{e}_R&#10;=&#10;\dfrac{1}{2}&#10;\left(&#10;  \boldsymbol{R}_{0,c}^T\boldsymbol{R}_0&#10;- \boldsymbol{R}_0^T\boldsymbol{R}_{0,c}&#10;\right)^\vee&#10;$&#10;&#10;&#10;\end{document}" title="IguanaTex Bitmap Display">
            <a:extLst>
              <a:ext uri="{FF2B5EF4-FFF2-40B4-BE49-F238E27FC236}">
                <a16:creationId xmlns:a16="http://schemas.microsoft.com/office/drawing/2014/main" id="{63AC5F8D-589C-489A-8B9F-B7EA4017D52A}"/>
              </a:ext>
            </a:extLst>
          </p:cNvPr>
          <p:cNvPicPr>
            <a:picLocks noChangeAspect="1"/>
          </p:cNvPicPr>
          <p:nvPr>
            <p:custDataLst>
              <p:tags r:id="rId35"/>
            </p:custDataLst>
          </p:nvPr>
        </p:nvPicPr>
        <p:blipFill>
          <a:blip r:embed="rId117">
            <a:extLst>
              <a:ext uri="{28A0092B-C50C-407E-A947-70E740481C1C}">
                <a14:useLocalDpi xmlns:a14="http://schemas.microsoft.com/office/drawing/2010/main" val="0"/>
              </a:ext>
            </a:extLst>
          </a:blip>
          <a:stretch>
            <a:fillRect/>
          </a:stretch>
        </p:blipFill>
        <p:spPr>
          <a:xfrm>
            <a:off x="432604" y="18996496"/>
            <a:ext cx="3157726" cy="497740"/>
          </a:xfrm>
          <a:prstGeom prst="rect">
            <a:avLst/>
          </a:prstGeom>
        </p:spPr>
      </p:pic>
      <p:sp>
        <p:nvSpPr>
          <p:cNvPr id="216" name="Arrow: Right 215">
            <a:extLst>
              <a:ext uri="{FF2B5EF4-FFF2-40B4-BE49-F238E27FC236}">
                <a16:creationId xmlns:a16="http://schemas.microsoft.com/office/drawing/2014/main" id="{0435F971-347D-431E-8EB7-AE23BC38BF64}"/>
              </a:ext>
            </a:extLst>
          </p:cNvPr>
          <p:cNvSpPr/>
          <p:nvPr/>
        </p:nvSpPr>
        <p:spPr>
          <a:xfrm>
            <a:off x="3866527" y="19461874"/>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pic>
        <p:nvPicPr>
          <p:cNvPr id="213" name="Picture 212" descr="\documentclass{article}&#10;\usepackage{amsmath}&#10;\usepackage{color}&#10;\pagestyle{empty}&#10;\begin{document}&#10;&#10;$&#10;\color{blue}&#10;\boldsymbol{\omega}_{0,c}&#10;= \left( \boldsymbol{R}_{0,c}^{T} \dot{\boldsymbol{R}}_{0,c} \right)^{\vee}&#10;$&#10;&#10;&#10;\end{document}" title="IguanaTex Bitmap Display">
            <a:extLst>
              <a:ext uri="{FF2B5EF4-FFF2-40B4-BE49-F238E27FC236}">
                <a16:creationId xmlns:a16="http://schemas.microsoft.com/office/drawing/2014/main" id="{43A5D3D2-71A4-44F0-A25B-36AE690B4CFE}"/>
              </a:ext>
            </a:extLst>
          </p:cNvPr>
          <p:cNvPicPr>
            <a:picLocks noChangeAspect="1"/>
          </p:cNvPicPr>
          <p:nvPr>
            <p:custDataLst>
              <p:tags r:id="rId36"/>
            </p:custDataLst>
          </p:nvPr>
        </p:nvPicPr>
        <p:blipFill>
          <a:blip r:embed="rId118">
            <a:extLst>
              <a:ext uri="{28A0092B-C50C-407E-A947-70E740481C1C}">
                <a14:useLocalDpi xmlns:a14="http://schemas.microsoft.com/office/drawing/2010/main" val="0"/>
              </a:ext>
            </a:extLst>
          </a:blip>
          <a:stretch>
            <a:fillRect/>
          </a:stretch>
        </p:blipFill>
        <p:spPr>
          <a:xfrm>
            <a:off x="9732431" y="14174267"/>
            <a:ext cx="2102224" cy="484564"/>
          </a:xfrm>
          <a:prstGeom prst="rect">
            <a:avLst/>
          </a:prstGeom>
        </p:spPr>
      </p:pic>
      <p:sp>
        <p:nvSpPr>
          <p:cNvPr id="220" name="Arrow: Right 219">
            <a:extLst>
              <a:ext uri="{FF2B5EF4-FFF2-40B4-BE49-F238E27FC236}">
                <a16:creationId xmlns:a16="http://schemas.microsoft.com/office/drawing/2014/main" id="{1BD3C10D-712D-42C5-9F78-C5BD33ACAB7D}"/>
              </a:ext>
            </a:extLst>
          </p:cNvPr>
          <p:cNvSpPr/>
          <p:nvPr/>
        </p:nvSpPr>
        <p:spPr>
          <a:xfrm>
            <a:off x="8871026" y="14192635"/>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grpSp>
        <p:nvGrpSpPr>
          <p:cNvPr id="239" name="Group 238">
            <a:extLst>
              <a:ext uri="{FF2B5EF4-FFF2-40B4-BE49-F238E27FC236}">
                <a16:creationId xmlns:a16="http://schemas.microsoft.com/office/drawing/2014/main" id="{59339C31-ECFD-4576-A2A6-AC65EEF8F159}"/>
              </a:ext>
            </a:extLst>
          </p:cNvPr>
          <p:cNvGrpSpPr/>
          <p:nvPr/>
        </p:nvGrpSpPr>
        <p:grpSpPr>
          <a:xfrm>
            <a:off x="482477" y="33478617"/>
            <a:ext cx="10896438" cy="588505"/>
            <a:chOff x="452215" y="19085617"/>
            <a:chExt cx="9489111" cy="512497"/>
          </a:xfrm>
        </p:grpSpPr>
        <p:pic>
          <p:nvPicPr>
            <p:cNvPr id="233" name="Picture 232" descr="\documentclass{article}&#10;\usepackage{amsmath}&#10;\usepackage{color}&#10;\pagestyle{empty}&#10;\begin{document}&#10;&#10;$&#10;\color{blue}&#10;- \tilde{\boldsymbol{C}}_{r\rho}^{T} \boldsymbol{\omega}_{0}&#10;+ \tilde{\boldsymbol{C}}_{\rho} \boldsymbol{\rho}&#10;$&#10;&#10;&#10;\end{document}" title="IguanaTex Bitmap Display">
              <a:extLst>
                <a:ext uri="{FF2B5EF4-FFF2-40B4-BE49-F238E27FC236}">
                  <a16:creationId xmlns:a16="http://schemas.microsoft.com/office/drawing/2014/main" id="{DB0B0A4B-0378-480B-B84D-B26E9CE16C9B}"/>
                </a:ext>
              </a:extLst>
            </p:cNvPr>
            <p:cNvPicPr>
              <a:picLocks noChangeAspect="1"/>
            </p:cNvPicPr>
            <p:nvPr>
              <p:custDataLst>
                <p:tags r:id="rId75"/>
              </p:custDataLst>
            </p:nvPr>
          </p:nvPicPr>
          <p:blipFill>
            <a:blip r:embed="rId119">
              <a:extLst>
                <a:ext uri="{28A0092B-C50C-407E-A947-70E740481C1C}">
                  <a14:useLocalDpi xmlns:a14="http://schemas.microsoft.com/office/drawing/2010/main" val="0"/>
                </a:ext>
              </a:extLst>
            </a:blip>
            <a:stretch>
              <a:fillRect/>
            </a:stretch>
          </p:blipFill>
          <p:spPr>
            <a:xfrm>
              <a:off x="8495624" y="19161617"/>
              <a:ext cx="1445702" cy="331466"/>
            </a:xfrm>
            <a:prstGeom prst="rect">
              <a:avLst/>
            </a:prstGeom>
          </p:spPr>
        </p:pic>
        <p:pic>
          <p:nvPicPr>
            <p:cNvPr id="238" name="Picture 237" descr="\documentclass{article}&#10;\usepackage{amsmath}&#10;\usepackage{color}&#10;\pagestyle{empty}&#10;\begin{document}&#10;&#10;$&#10;\color{blue}&#10;\boldsymbol{u}_{3}&#10;=&#10;- \bar{\boldsymbol{J}}_{3,y}^{-1}&#10;\left(&#10;\begin{bmatrix}&#10;\bar{\boldsymbol{J}}_{1,y} &amp;&#10;\bar{\boldsymbol{J}}_{2,y}&#10;\end{bmatrix}&#10;\begin{bmatrix}&#10;  \boldsymbol{u}_{1} &#10;- mg\boldsymbol{e}_3&#10;\\&#10;  \boldsymbol{u}_{2} &#10;- \tilde{\boldsymbol{C}}_{r} \boldsymbol{\omega}_{0} &#10;- \tilde{\boldsymbol{C}}_{r \rho} \boldsymbol{\rho} &#10;\end{bmatrix}&#10;+ \boldsymbol{\Lambda}_{y}&#10;\left(&#10;  \dot{\boldsymbol{J}}_{y} \boldsymbol{\xi}&#10;- \ddot{\boldsymbol{y}}_{d}&#10;\right)&#10;+ \boldsymbol{D}_{y} \boldsymbol{e}_{v_y}&#10;+ \boldsymbol{K}_{y} \boldsymbol{e}_{y}&#10;\right)&#10;$&#10;&#10;&#10;\end{document}" title="IguanaTex Bitmap Display">
              <a:extLst>
                <a:ext uri="{FF2B5EF4-FFF2-40B4-BE49-F238E27FC236}">
                  <a16:creationId xmlns:a16="http://schemas.microsoft.com/office/drawing/2014/main" id="{9D7D560E-6001-4B8B-8A02-09C866298341}"/>
                </a:ext>
              </a:extLst>
            </p:cNvPr>
            <p:cNvPicPr>
              <a:picLocks noChangeAspect="1"/>
            </p:cNvPicPr>
            <p:nvPr>
              <p:custDataLst>
                <p:tags r:id="rId76"/>
              </p:custDataLst>
            </p:nvPr>
          </p:nvPicPr>
          <p:blipFill>
            <a:blip r:embed="rId120">
              <a:extLst>
                <a:ext uri="{28A0092B-C50C-407E-A947-70E740481C1C}">
                  <a14:useLocalDpi xmlns:a14="http://schemas.microsoft.com/office/drawing/2010/main" val="0"/>
                </a:ext>
              </a:extLst>
            </a:blip>
            <a:stretch>
              <a:fillRect/>
            </a:stretch>
          </p:blipFill>
          <p:spPr>
            <a:xfrm>
              <a:off x="452215" y="19085617"/>
              <a:ext cx="7948807" cy="512497"/>
            </a:xfrm>
            <a:prstGeom prst="rect">
              <a:avLst/>
            </a:prstGeom>
          </p:spPr>
        </p:pic>
      </p:grpSp>
      <p:pic>
        <p:nvPicPr>
          <p:cNvPr id="265" name="Picture 264" descr="\documentclass{article}&#10;\usepackage{amsmath}&#10;\pagestyle{empty}&#10;\begin{document}&#10;&#10;$&#10;\boldsymbol{r}_{e,d},~&#10;\dot{\boldsymbol{r}}_{e,d},~&#10;\ddot{\boldsymbol{r}}_{e,d}&#10;$&#10;&#10;&#10;\end{document}" title="IguanaTex Bitmap Display">
            <a:extLst>
              <a:ext uri="{FF2B5EF4-FFF2-40B4-BE49-F238E27FC236}">
                <a16:creationId xmlns:a16="http://schemas.microsoft.com/office/drawing/2014/main" id="{BE3A29FA-D2DB-44E4-BEC4-635858F330C7}"/>
              </a:ext>
            </a:extLst>
          </p:cNvPr>
          <p:cNvPicPr>
            <a:picLocks noChangeAspect="1"/>
          </p:cNvPicPr>
          <p:nvPr>
            <p:custDataLst>
              <p:tags r:id="rId37"/>
            </p:custDataLst>
          </p:nvPr>
        </p:nvPicPr>
        <p:blipFill>
          <a:blip r:embed="rId121">
            <a:extLst>
              <a:ext uri="{28A0092B-C50C-407E-A947-70E740481C1C}">
                <a14:useLocalDpi xmlns:a14="http://schemas.microsoft.com/office/drawing/2010/main" val="0"/>
              </a:ext>
            </a:extLst>
          </a:blip>
          <a:stretch>
            <a:fillRect/>
          </a:stretch>
        </p:blipFill>
        <p:spPr>
          <a:xfrm>
            <a:off x="228459" y="2080513"/>
            <a:ext cx="1557637" cy="240088"/>
          </a:xfrm>
          <a:prstGeom prst="rect">
            <a:avLst/>
          </a:prstGeom>
        </p:spPr>
      </p:pic>
      <p:pic>
        <p:nvPicPr>
          <p:cNvPr id="244" name="Picture 243" descr="\documentclass{article}&#10;\usepackage{amsmath}&#10;\usepackage{color}&#10;\pagestyle{empty}&#10;\begin{document}&#10;&#10;$&#10;\boldsymbol{e}_{y} = &#10;\begin{bmatrix} \boldsymbol{e}_{x_E} \\ e_{R_{E,3}} \end{bmatrix} &#10;$&#10;&#10;&#10;\end{document}" title="IguanaTex Bitmap Display">
            <a:extLst>
              <a:ext uri="{FF2B5EF4-FFF2-40B4-BE49-F238E27FC236}">
                <a16:creationId xmlns:a16="http://schemas.microsoft.com/office/drawing/2014/main" id="{7E5FBEF6-D3C1-4BFF-98CF-7AB6897F9A4F}"/>
              </a:ext>
            </a:extLst>
          </p:cNvPr>
          <p:cNvPicPr>
            <a:picLocks noChangeAspect="1"/>
          </p:cNvPicPr>
          <p:nvPr>
            <p:custDataLst>
              <p:tags r:id="rId38"/>
            </p:custDataLst>
          </p:nvPr>
        </p:nvPicPr>
        <p:blipFill>
          <a:blip r:embed="rId122">
            <a:extLst>
              <a:ext uri="{28A0092B-C50C-407E-A947-70E740481C1C}">
                <a14:useLocalDpi xmlns:a14="http://schemas.microsoft.com/office/drawing/2010/main" val="0"/>
              </a:ext>
            </a:extLst>
          </a:blip>
          <a:stretch>
            <a:fillRect/>
          </a:stretch>
        </p:blipFill>
        <p:spPr>
          <a:xfrm>
            <a:off x="3530456" y="30376963"/>
            <a:ext cx="1314622" cy="588505"/>
          </a:xfrm>
          <a:prstGeom prst="rect">
            <a:avLst/>
          </a:prstGeom>
        </p:spPr>
      </p:pic>
      <p:pic>
        <p:nvPicPr>
          <p:cNvPr id="329" name="Picture 328" descr="\documentclass{article}&#10;\usepackage{amsmath}&#10;\usepackage{color}&#10;\pagestyle{empty}&#10;\begin{document}&#10;&#10;$&#10;\boldsymbol{e}_{v_y} = &#10;\begin{bmatrix} \boldsymbol{e}_{v_E} \\ e_{\omega_{E,3}} \end{bmatrix} &#10;$&#10;&#10;&#10;\end{document}" title="IguanaTex Bitmap Display">
            <a:extLst>
              <a:ext uri="{FF2B5EF4-FFF2-40B4-BE49-F238E27FC236}">
                <a16:creationId xmlns:a16="http://schemas.microsoft.com/office/drawing/2014/main" id="{F2C1B52F-52C1-4D79-B9BB-F81010957C94}"/>
              </a:ext>
            </a:extLst>
          </p:cNvPr>
          <p:cNvPicPr>
            <a:picLocks noChangeAspect="1"/>
          </p:cNvPicPr>
          <p:nvPr>
            <p:custDataLst>
              <p:tags r:id="rId39"/>
            </p:custDataLst>
          </p:nvPr>
        </p:nvPicPr>
        <p:blipFill>
          <a:blip r:embed="rId123">
            <a:extLst>
              <a:ext uri="{28A0092B-C50C-407E-A947-70E740481C1C}">
                <a14:useLocalDpi xmlns:a14="http://schemas.microsoft.com/office/drawing/2010/main" val="0"/>
              </a:ext>
            </a:extLst>
          </a:blip>
          <a:stretch>
            <a:fillRect/>
          </a:stretch>
        </p:blipFill>
        <p:spPr>
          <a:xfrm>
            <a:off x="3503121" y="31441631"/>
            <a:ext cx="1389282" cy="588505"/>
          </a:xfrm>
          <a:prstGeom prst="rect">
            <a:avLst/>
          </a:prstGeom>
        </p:spPr>
      </p:pic>
      <p:pic>
        <p:nvPicPr>
          <p:cNvPr id="346" name="Picture 345" descr="\documentclass{article}&#10;\usepackage{amsmath}&#10;\usepackage{color}&#10;\pagestyle{empty}&#10;\begin{document}&#10;&#10;$&#10;\ddot{\boldsymbol{y}}_d = &#10;\begin{bmatrix} \ddot{\boldsymbol{r}}_{e,d} \\ \dot{\omega}_{3,e,c} \end{bmatrix} &#10;$&#10;&#10;&#10;\end{document}" title="IguanaTex Bitmap Display">
            <a:extLst>
              <a:ext uri="{FF2B5EF4-FFF2-40B4-BE49-F238E27FC236}">
                <a16:creationId xmlns:a16="http://schemas.microsoft.com/office/drawing/2014/main" id="{00C4703A-8B27-4D2B-810C-4593D35E57AA}"/>
              </a:ext>
            </a:extLst>
          </p:cNvPr>
          <p:cNvPicPr>
            <a:picLocks noChangeAspect="1"/>
          </p:cNvPicPr>
          <p:nvPr>
            <p:custDataLst>
              <p:tags r:id="rId40"/>
            </p:custDataLst>
          </p:nvPr>
        </p:nvPicPr>
        <p:blipFill>
          <a:blip r:embed="rId124">
            <a:extLst>
              <a:ext uri="{28A0092B-C50C-407E-A947-70E740481C1C}">
                <a14:useLocalDpi xmlns:a14="http://schemas.microsoft.com/office/drawing/2010/main" val="0"/>
              </a:ext>
            </a:extLst>
          </a:blip>
          <a:stretch>
            <a:fillRect/>
          </a:stretch>
        </p:blipFill>
        <p:spPr>
          <a:xfrm>
            <a:off x="3569548" y="32279928"/>
            <a:ext cx="1338045" cy="588505"/>
          </a:xfrm>
          <a:prstGeom prst="rect">
            <a:avLst/>
          </a:prstGeom>
        </p:spPr>
      </p:pic>
      <p:pic>
        <p:nvPicPr>
          <p:cNvPr id="253" name="Picture 252" descr="\documentclass{article}&#10;\usepackage{amsmath}&#10;\usepackage{color}&#10;\pagestyle{empty}&#10;\begin{document}&#10;&#10;$&#10;e_{R_{E,3}} &#10;= - \boldsymbol{b}_{1,e,c}^T \boldsymbol{b}_{2,e}&#10;$&#10;&#10;&#10;\end{document}" title="IguanaTex Bitmap Display">
            <a:extLst>
              <a:ext uri="{FF2B5EF4-FFF2-40B4-BE49-F238E27FC236}">
                <a16:creationId xmlns:a16="http://schemas.microsoft.com/office/drawing/2014/main" id="{6A864665-E0A2-4363-9F5D-5EA6F0F81A44}"/>
              </a:ext>
            </a:extLst>
          </p:cNvPr>
          <p:cNvPicPr>
            <a:picLocks noChangeAspect="1"/>
          </p:cNvPicPr>
          <p:nvPr>
            <p:custDataLst>
              <p:tags r:id="rId41"/>
            </p:custDataLst>
          </p:nvPr>
        </p:nvPicPr>
        <p:blipFill>
          <a:blip r:embed="rId125">
            <a:extLst>
              <a:ext uri="{28A0092B-C50C-407E-A947-70E740481C1C}">
                <a14:useLocalDpi xmlns:a14="http://schemas.microsoft.com/office/drawing/2010/main" val="0"/>
              </a:ext>
            </a:extLst>
          </a:blip>
          <a:stretch>
            <a:fillRect/>
          </a:stretch>
        </p:blipFill>
        <p:spPr>
          <a:xfrm>
            <a:off x="493227" y="30700939"/>
            <a:ext cx="1952902" cy="322069"/>
          </a:xfrm>
          <a:prstGeom prst="rect">
            <a:avLst/>
          </a:prstGeom>
        </p:spPr>
      </p:pic>
      <p:pic>
        <p:nvPicPr>
          <p:cNvPr id="259" name="Picture 258" descr="\documentclass{article}&#10;\usepackage{amsmath}&#10;\usepackage{color}&#10;\pagestyle{empty}&#10;\begin{document}&#10;&#10;$&#10;\boldsymbol{b}_{1,e}=\boldsymbol{R}_e \boldsymbol{e}_1&#10;$&#10;&#10;&#10;\end{document}" title="IguanaTex Bitmap Display">
            <a:extLst>
              <a:ext uri="{FF2B5EF4-FFF2-40B4-BE49-F238E27FC236}">
                <a16:creationId xmlns:a16="http://schemas.microsoft.com/office/drawing/2014/main" id="{CDCBA0C7-4601-47A2-AC3B-07CBC7497F54}"/>
              </a:ext>
            </a:extLst>
          </p:cNvPr>
          <p:cNvPicPr>
            <a:picLocks noChangeAspect="1"/>
          </p:cNvPicPr>
          <p:nvPr>
            <p:custDataLst>
              <p:tags r:id="rId42"/>
            </p:custDataLst>
          </p:nvPr>
        </p:nvPicPr>
        <p:blipFill>
          <a:blip r:embed="rId126">
            <a:extLst>
              <a:ext uri="{28A0092B-C50C-407E-A947-70E740481C1C}">
                <a14:useLocalDpi xmlns:a14="http://schemas.microsoft.com/office/drawing/2010/main" val="0"/>
              </a:ext>
            </a:extLst>
          </a:blip>
          <a:stretch>
            <a:fillRect/>
          </a:stretch>
        </p:blipFill>
        <p:spPr>
          <a:xfrm>
            <a:off x="448325" y="21434454"/>
            <a:ext cx="1234104" cy="243014"/>
          </a:xfrm>
          <a:prstGeom prst="rect">
            <a:avLst/>
          </a:prstGeom>
        </p:spPr>
      </p:pic>
      <p:pic>
        <p:nvPicPr>
          <p:cNvPr id="254" name="Picture 253" descr="\documentclass{article}&#10;\usepackage{amsmath}&#10;\usepackage{color}&#10;\pagestyle{empty}&#10;\begin{document}&#10;&#10;$&#10;\boldsymbol{e}_{x_E} = \boldsymbol{r}_e - \boldsymbol{r}_{e,d}&#10;$&#10;&#10;&#10;\end{document}" title="IguanaTex Bitmap Display">
            <a:extLst>
              <a:ext uri="{FF2B5EF4-FFF2-40B4-BE49-F238E27FC236}">
                <a16:creationId xmlns:a16="http://schemas.microsoft.com/office/drawing/2014/main" id="{38287740-0E6D-4C35-96E2-9F1001BB9EBC}"/>
              </a:ext>
            </a:extLst>
          </p:cNvPr>
          <p:cNvPicPr>
            <a:picLocks noChangeAspect="1"/>
          </p:cNvPicPr>
          <p:nvPr>
            <p:custDataLst>
              <p:tags r:id="rId43"/>
            </p:custDataLst>
          </p:nvPr>
        </p:nvPicPr>
        <p:blipFill>
          <a:blip r:embed="rId127">
            <a:extLst>
              <a:ext uri="{28A0092B-C50C-407E-A947-70E740481C1C}">
                <a14:useLocalDpi xmlns:a14="http://schemas.microsoft.com/office/drawing/2010/main" val="0"/>
              </a:ext>
            </a:extLst>
          </a:blip>
          <a:stretch>
            <a:fillRect/>
          </a:stretch>
        </p:blipFill>
        <p:spPr>
          <a:xfrm>
            <a:off x="493230" y="30376962"/>
            <a:ext cx="1636689" cy="184456"/>
          </a:xfrm>
          <a:prstGeom prst="rect">
            <a:avLst/>
          </a:prstGeom>
        </p:spPr>
      </p:pic>
      <p:pic>
        <p:nvPicPr>
          <p:cNvPr id="261" name="Picture 260" descr="\documentclass{article}&#10;\usepackage{amsmath}&#10;\usepackage{color}&#10;\pagestyle{empty}&#10;\begin{document}&#10;&#10;$&#10;\boldsymbol{b}_{2,e}=\boldsymbol{R}_e \boldsymbol{e}_2&#10;$&#10;&#10;&#10;\end{document}" title="IguanaTex Bitmap Display">
            <a:extLst>
              <a:ext uri="{FF2B5EF4-FFF2-40B4-BE49-F238E27FC236}">
                <a16:creationId xmlns:a16="http://schemas.microsoft.com/office/drawing/2014/main" id="{17392A82-E0CC-43BA-927C-CFE7D91A5221}"/>
              </a:ext>
            </a:extLst>
          </p:cNvPr>
          <p:cNvPicPr>
            <a:picLocks noChangeAspect="1"/>
          </p:cNvPicPr>
          <p:nvPr>
            <p:custDataLst>
              <p:tags r:id="rId44"/>
            </p:custDataLst>
          </p:nvPr>
        </p:nvPicPr>
        <p:blipFill>
          <a:blip r:embed="rId128">
            <a:extLst>
              <a:ext uri="{28A0092B-C50C-407E-A947-70E740481C1C}">
                <a14:useLocalDpi xmlns:a14="http://schemas.microsoft.com/office/drawing/2010/main" val="0"/>
              </a:ext>
            </a:extLst>
          </a:blip>
          <a:stretch>
            <a:fillRect/>
          </a:stretch>
        </p:blipFill>
        <p:spPr>
          <a:xfrm>
            <a:off x="456422" y="21821587"/>
            <a:ext cx="1239960" cy="243014"/>
          </a:xfrm>
          <a:prstGeom prst="rect">
            <a:avLst/>
          </a:prstGeom>
        </p:spPr>
      </p:pic>
      <p:pic>
        <p:nvPicPr>
          <p:cNvPr id="263" name="Picture 262" descr="\documentclass{article}&#10;\usepackage{amsmath}&#10;\usepackage{color}&#10;\pagestyle{empty}&#10;\begin{document}&#10;&#10;$&#10;\boldsymbol{b}_{3,e}=\boldsymbol{R}_e \boldsymbol{e}_3&#10;$&#10;&#10;&#10;\end{document}" title="IguanaTex Bitmap Display">
            <a:extLst>
              <a:ext uri="{FF2B5EF4-FFF2-40B4-BE49-F238E27FC236}">
                <a16:creationId xmlns:a16="http://schemas.microsoft.com/office/drawing/2014/main" id="{F6178428-A4CD-4151-8449-976D3F5D75BD}"/>
              </a:ext>
            </a:extLst>
          </p:cNvPr>
          <p:cNvPicPr>
            <a:picLocks noChangeAspect="1"/>
          </p:cNvPicPr>
          <p:nvPr>
            <p:custDataLst>
              <p:tags r:id="rId45"/>
            </p:custDataLst>
          </p:nvPr>
        </p:nvPicPr>
        <p:blipFill>
          <a:blip r:embed="rId129">
            <a:extLst>
              <a:ext uri="{28A0092B-C50C-407E-A947-70E740481C1C}">
                <a14:useLocalDpi xmlns:a14="http://schemas.microsoft.com/office/drawing/2010/main" val="0"/>
              </a:ext>
            </a:extLst>
          </a:blip>
          <a:stretch>
            <a:fillRect/>
          </a:stretch>
        </p:blipFill>
        <p:spPr>
          <a:xfrm>
            <a:off x="448326" y="22208758"/>
            <a:ext cx="1241424" cy="243014"/>
          </a:xfrm>
          <a:prstGeom prst="rect">
            <a:avLst/>
          </a:prstGeom>
        </p:spPr>
      </p:pic>
      <p:pic>
        <p:nvPicPr>
          <p:cNvPr id="268" name="Picture 267" descr="\documentclass{article}&#10;\usepackage{amsmath}&#10;\pagestyle{empty}&#10;\begin{document}&#10;&#10;$&#10;\boldsymbol{b}_{1,d,e},~&#10;\dot{\boldsymbol{b}}_{1,d,e},~&#10;\ddot{\boldsymbol{b}}_{1,d,e}&#10;$&#10;&#10;&#10;\end{document}" title="IguanaTex Bitmap Display">
            <a:extLst>
              <a:ext uri="{FF2B5EF4-FFF2-40B4-BE49-F238E27FC236}">
                <a16:creationId xmlns:a16="http://schemas.microsoft.com/office/drawing/2014/main" id="{EC93FBB7-DA99-489D-8A79-15C6890C42C3}"/>
              </a:ext>
            </a:extLst>
          </p:cNvPr>
          <p:cNvPicPr>
            <a:picLocks noChangeAspect="1"/>
          </p:cNvPicPr>
          <p:nvPr>
            <p:custDataLst>
              <p:tags r:id="rId46"/>
            </p:custDataLst>
          </p:nvPr>
        </p:nvPicPr>
        <p:blipFill>
          <a:blip r:embed="rId130">
            <a:extLst>
              <a:ext uri="{28A0092B-C50C-407E-A947-70E740481C1C}">
                <a14:useLocalDpi xmlns:a14="http://schemas.microsoft.com/office/drawing/2010/main" val="0"/>
              </a:ext>
            </a:extLst>
          </a:blip>
          <a:stretch>
            <a:fillRect/>
          </a:stretch>
        </p:blipFill>
        <p:spPr>
          <a:xfrm>
            <a:off x="2999522" y="2029165"/>
            <a:ext cx="1983643" cy="301574"/>
          </a:xfrm>
          <a:prstGeom prst="rect">
            <a:avLst/>
          </a:prstGeom>
        </p:spPr>
      </p:pic>
      <p:sp>
        <p:nvSpPr>
          <p:cNvPr id="269" name="Arrow: Right 268">
            <a:extLst>
              <a:ext uri="{FF2B5EF4-FFF2-40B4-BE49-F238E27FC236}">
                <a16:creationId xmlns:a16="http://schemas.microsoft.com/office/drawing/2014/main" id="{0D635E0F-9983-4E23-856C-1CAD49427A1E}"/>
              </a:ext>
            </a:extLst>
          </p:cNvPr>
          <p:cNvSpPr/>
          <p:nvPr/>
        </p:nvSpPr>
        <p:spPr>
          <a:xfrm>
            <a:off x="6374722" y="21780685"/>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pic>
        <p:nvPicPr>
          <p:cNvPr id="278" name="Picture 277" descr="\documentclass{article}&#10;\usepackage{amsmath}&#10;\usepackage{color}&#10;\pagestyle{empty}&#10;\begin{document}&#10;&#10;$&#10;\color{blue}&#10;\boldsymbol{P}_{1,e} &#10;= \boldsymbol{I}_3 - \boldsymbol{b}_{3,e}\boldsymbol{b}_{3,e}^T&#10;$&#10;&#10;&#10;\end{document}" title="IguanaTex Bitmap Display">
            <a:extLst>
              <a:ext uri="{FF2B5EF4-FFF2-40B4-BE49-F238E27FC236}">
                <a16:creationId xmlns:a16="http://schemas.microsoft.com/office/drawing/2014/main" id="{3083C59D-27E2-422C-91A3-4CFE0EB4A75A}"/>
              </a:ext>
            </a:extLst>
          </p:cNvPr>
          <p:cNvPicPr>
            <a:picLocks noChangeAspect="1"/>
          </p:cNvPicPr>
          <p:nvPr>
            <p:custDataLst>
              <p:tags r:id="rId47"/>
            </p:custDataLst>
          </p:nvPr>
        </p:nvPicPr>
        <p:blipFill>
          <a:blip r:embed="rId131">
            <a:extLst>
              <a:ext uri="{28A0092B-C50C-407E-A947-70E740481C1C}">
                <a14:useLocalDpi xmlns:a14="http://schemas.microsoft.com/office/drawing/2010/main" val="0"/>
              </a:ext>
            </a:extLst>
          </a:blip>
          <a:stretch>
            <a:fillRect/>
          </a:stretch>
        </p:blipFill>
        <p:spPr>
          <a:xfrm>
            <a:off x="7192501" y="21547798"/>
            <a:ext cx="2091980" cy="322069"/>
          </a:xfrm>
          <a:prstGeom prst="rect">
            <a:avLst/>
          </a:prstGeom>
        </p:spPr>
      </p:pic>
      <p:pic>
        <p:nvPicPr>
          <p:cNvPr id="284" name="Picture 283" descr="\documentclass{article}&#10;\usepackage{amsmath}&#10;\usepackage{color}&#10;\pagestyle{empty}&#10;\begin{document}&#10;&#10;$&#10;\color{blue}&#10;\boldsymbol{s}_e &#10;= \boldsymbol{P}_{1,e} \boldsymbol{b}_{1,e,d}&#10;$&#10;&#10;&#10;\end{document}" title="IguanaTex Bitmap Display">
            <a:extLst>
              <a:ext uri="{FF2B5EF4-FFF2-40B4-BE49-F238E27FC236}">
                <a16:creationId xmlns:a16="http://schemas.microsoft.com/office/drawing/2014/main" id="{FDA57FF7-D076-4E5C-B0B0-C2C3FA3FC2E3}"/>
              </a:ext>
            </a:extLst>
          </p:cNvPr>
          <p:cNvPicPr>
            <a:picLocks noChangeAspect="1"/>
          </p:cNvPicPr>
          <p:nvPr>
            <p:custDataLst>
              <p:tags r:id="rId48"/>
            </p:custDataLst>
          </p:nvPr>
        </p:nvPicPr>
        <p:blipFill>
          <a:blip r:embed="rId132">
            <a:extLst>
              <a:ext uri="{28A0092B-C50C-407E-A947-70E740481C1C}">
                <a14:useLocalDpi xmlns:a14="http://schemas.microsoft.com/office/drawing/2010/main" val="0"/>
              </a:ext>
            </a:extLst>
          </a:blip>
          <a:stretch>
            <a:fillRect/>
          </a:stretch>
        </p:blipFill>
        <p:spPr>
          <a:xfrm>
            <a:off x="10914524" y="21766446"/>
            <a:ext cx="1551780" cy="243014"/>
          </a:xfrm>
          <a:prstGeom prst="rect">
            <a:avLst/>
          </a:prstGeom>
        </p:spPr>
      </p:pic>
      <p:sp>
        <p:nvSpPr>
          <p:cNvPr id="280" name="Arrow: Right 279">
            <a:extLst>
              <a:ext uri="{FF2B5EF4-FFF2-40B4-BE49-F238E27FC236}">
                <a16:creationId xmlns:a16="http://schemas.microsoft.com/office/drawing/2014/main" id="{0C44EA05-AFBA-491C-9B2A-DC3D7ADE5A5B}"/>
              </a:ext>
            </a:extLst>
          </p:cNvPr>
          <p:cNvSpPr/>
          <p:nvPr/>
        </p:nvSpPr>
        <p:spPr>
          <a:xfrm>
            <a:off x="10176028" y="21718683"/>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pic>
        <p:nvPicPr>
          <p:cNvPr id="307" name="Picture 306" descr="\documentclass{article}&#10;\usepackage{amsmath}&#10;\usepackage{color}&#10;\pagestyle{empty}&#10;\begin{document}&#10;&#10;$&#10;\color{blue}&#10;\dot{\boldsymbol{b}}_{3,e}&#10;= \boldsymbol{R}_e \hat{\boldsymbol{\omega}}_e \boldsymbol{e}_3&#10;$&#10;&#10;&#10;\end{document}" title="IguanaTex Bitmap Display">
            <a:extLst>
              <a:ext uri="{FF2B5EF4-FFF2-40B4-BE49-F238E27FC236}">
                <a16:creationId xmlns:a16="http://schemas.microsoft.com/office/drawing/2014/main" id="{1D1CC7D9-DAAF-40E9-A3C7-E873E26F97AF}"/>
              </a:ext>
            </a:extLst>
          </p:cNvPr>
          <p:cNvPicPr>
            <a:picLocks noChangeAspect="1"/>
          </p:cNvPicPr>
          <p:nvPr>
            <p:custDataLst>
              <p:tags r:id="rId49"/>
            </p:custDataLst>
          </p:nvPr>
        </p:nvPicPr>
        <p:blipFill>
          <a:blip r:embed="rId133">
            <a:extLst>
              <a:ext uri="{28A0092B-C50C-407E-A947-70E740481C1C}">
                <a14:useLocalDpi xmlns:a14="http://schemas.microsoft.com/office/drawing/2010/main" val="0"/>
              </a:ext>
            </a:extLst>
          </a:blip>
          <a:stretch>
            <a:fillRect/>
          </a:stretch>
        </p:blipFill>
        <p:spPr>
          <a:xfrm>
            <a:off x="7225953" y="22000897"/>
            <a:ext cx="1529821" cy="301574"/>
          </a:xfrm>
          <a:prstGeom prst="rect">
            <a:avLst/>
          </a:prstGeom>
        </p:spPr>
      </p:pic>
      <p:pic>
        <p:nvPicPr>
          <p:cNvPr id="317" name="Picture 316" descr="\documentclass{article}&#10;\usepackage{amsmath}&#10;\usepackage{color}&#10;\pagestyle{empty}&#10;\begin{document}&#10;&#10;$&#10;\color{blue}&#10;\dot{\boldsymbol{b}}_{1,e,c} &#10;= \dfrac{1}{\|\boldsymbol{s}_e\|}\boldsymbol{P}_{2,e} \dot{\boldsymbol{s}}_e &#10;$&#10;&#10;&#10;\end{document}" title="IguanaTex Bitmap Display">
            <a:extLst>
              <a:ext uri="{FF2B5EF4-FFF2-40B4-BE49-F238E27FC236}">
                <a16:creationId xmlns:a16="http://schemas.microsoft.com/office/drawing/2014/main" id="{9A111C9F-AAA7-4D60-8FF8-5E255E214CDB}"/>
              </a:ext>
            </a:extLst>
          </p:cNvPr>
          <p:cNvPicPr>
            <a:picLocks noChangeAspect="1"/>
          </p:cNvPicPr>
          <p:nvPr>
            <p:custDataLst>
              <p:tags r:id="rId50"/>
            </p:custDataLst>
          </p:nvPr>
        </p:nvPicPr>
        <p:blipFill>
          <a:blip r:embed="rId134">
            <a:extLst>
              <a:ext uri="{28A0092B-C50C-407E-A947-70E740481C1C}">
                <a14:useLocalDpi xmlns:a14="http://schemas.microsoft.com/office/drawing/2010/main" val="0"/>
              </a:ext>
            </a:extLst>
          </a:blip>
          <a:stretch>
            <a:fillRect/>
          </a:stretch>
        </p:blipFill>
        <p:spPr>
          <a:xfrm>
            <a:off x="10681061" y="23132178"/>
            <a:ext cx="2068552" cy="559227"/>
          </a:xfrm>
          <a:prstGeom prst="rect">
            <a:avLst/>
          </a:prstGeom>
        </p:spPr>
      </p:pic>
      <p:pic>
        <p:nvPicPr>
          <p:cNvPr id="305" name="Picture 304" descr="\documentclass{article}&#10;\usepackage{amsmath}&#10;\usepackage{color}&#10;\pagestyle{empty}&#10;\begin{document}&#10;&#10;$&#10;\color{blue}&#10;\boldsymbol{b}_{1,e,c}&#10;= \dfrac{\boldsymbol{s}_e}{\|\boldsymbol{s}_e\|}&#10;$&#10;&#10;&#10;\end{document}" title="IguanaTex Bitmap Display">
            <a:extLst>
              <a:ext uri="{FF2B5EF4-FFF2-40B4-BE49-F238E27FC236}">
                <a16:creationId xmlns:a16="http://schemas.microsoft.com/office/drawing/2014/main" id="{4A8091C0-2943-482C-9357-8C74AE8A1260}"/>
              </a:ext>
            </a:extLst>
          </p:cNvPr>
          <p:cNvPicPr>
            <a:picLocks noChangeAspect="1"/>
          </p:cNvPicPr>
          <p:nvPr>
            <p:custDataLst>
              <p:tags r:id="rId51"/>
            </p:custDataLst>
          </p:nvPr>
        </p:nvPicPr>
        <p:blipFill>
          <a:blip r:embed="rId135">
            <a:extLst>
              <a:ext uri="{28A0092B-C50C-407E-A947-70E740481C1C}">
                <a14:useLocalDpi xmlns:a14="http://schemas.microsoft.com/office/drawing/2010/main" val="0"/>
              </a:ext>
            </a:extLst>
          </a:blip>
          <a:stretch>
            <a:fillRect/>
          </a:stretch>
        </p:blipFill>
        <p:spPr>
          <a:xfrm>
            <a:off x="527267" y="23323850"/>
            <a:ext cx="1352685" cy="506526"/>
          </a:xfrm>
          <a:prstGeom prst="rect">
            <a:avLst/>
          </a:prstGeom>
        </p:spPr>
      </p:pic>
      <p:pic>
        <p:nvPicPr>
          <p:cNvPr id="321" name="Picture 320" descr="\documentclass{article}&#10;\usepackage{amsmath}&#10;\usepackage{color}&#10;\pagestyle{empty}&#10;\begin{document}&#10;&#10;$&#10;\color{blue}&#10;\ddot{\boldsymbol{s}}_e &#10;= \ddot{\boldsymbol{P}}_{1,e} \boldsymbol{b}_{1,e,d} &#10;+ 2\dot{\boldsymbol{P}}_{1,e} \dot{\boldsymbol{b}}_{1,e,d} &#10;+ \boldsymbol{P}_{1,e} \ddot{\boldsymbol{b}}_{1,e,d}&#10;$&#10;&#10;&#10;\end{document}" title="IguanaTex Bitmap Display">
            <a:extLst>
              <a:ext uri="{FF2B5EF4-FFF2-40B4-BE49-F238E27FC236}">
                <a16:creationId xmlns:a16="http://schemas.microsoft.com/office/drawing/2014/main" id="{3DB4DA52-E569-48E1-85D9-FE60AC6EE0C7}"/>
              </a:ext>
            </a:extLst>
          </p:cNvPr>
          <p:cNvPicPr>
            <a:picLocks noChangeAspect="1"/>
          </p:cNvPicPr>
          <p:nvPr>
            <p:custDataLst>
              <p:tags r:id="rId52"/>
            </p:custDataLst>
          </p:nvPr>
        </p:nvPicPr>
        <p:blipFill>
          <a:blip r:embed="rId136">
            <a:extLst>
              <a:ext uri="{28A0092B-C50C-407E-A947-70E740481C1C}">
                <a14:useLocalDpi xmlns:a14="http://schemas.microsoft.com/office/drawing/2010/main" val="0"/>
              </a:ext>
            </a:extLst>
          </a:blip>
          <a:stretch>
            <a:fillRect/>
          </a:stretch>
        </p:blipFill>
        <p:spPr>
          <a:xfrm>
            <a:off x="6207724" y="27448551"/>
            <a:ext cx="4302534" cy="301573"/>
          </a:xfrm>
          <a:prstGeom prst="rect">
            <a:avLst/>
          </a:prstGeom>
        </p:spPr>
      </p:pic>
      <p:pic>
        <p:nvPicPr>
          <p:cNvPr id="323" name="Picture 322" descr="\documentclass{article}&#10;\usepackage{amsmath}&#10;\usepackage{color}&#10;\pagestyle{empty}&#10;\begin{document}&#10;&#10;$&#10;\color{blue}&#10;\ddot{\boldsymbol{b}}_{1,e,c} &#10;= \dfrac{1}{\|\boldsymbol{s}_e\|} \left(\dot{\boldsymbol{P}}_{2,e} \dot{\boldsymbol{s}}_e  + \boldsymbol{P}_{2,e} \ddot{\boldsymbol{s}}_e \right) &#10;- \dfrac{\boldsymbol{b}_{1,e,c}^T \dot{\boldsymbol{s}}_e }{\|\boldsymbol{s}_e\|}\dot{\boldsymbol{b}}_{1,e,c}&#10;$&#10;&#10;&#10;\end{document}" title="IguanaTex Bitmap Display">
            <a:extLst>
              <a:ext uri="{FF2B5EF4-FFF2-40B4-BE49-F238E27FC236}">
                <a16:creationId xmlns:a16="http://schemas.microsoft.com/office/drawing/2014/main" id="{DC18F641-D9AC-458A-9905-BA4D55A21F31}"/>
              </a:ext>
            </a:extLst>
          </p:cNvPr>
          <p:cNvPicPr>
            <a:picLocks noChangeAspect="1"/>
          </p:cNvPicPr>
          <p:nvPr>
            <p:custDataLst>
              <p:tags r:id="rId53"/>
            </p:custDataLst>
          </p:nvPr>
        </p:nvPicPr>
        <p:blipFill>
          <a:blip r:embed="rId137">
            <a:extLst>
              <a:ext uri="{28A0092B-C50C-407E-A947-70E740481C1C}">
                <a14:useLocalDpi xmlns:a14="http://schemas.microsoft.com/office/drawing/2010/main" val="0"/>
              </a:ext>
            </a:extLst>
          </a:blip>
          <a:stretch>
            <a:fillRect/>
          </a:stretch>
        </p:blipFill>
        <p:spPr>
          <a:xfrm>
            <a:off x="6203187" y="28030859"/>
            <a:ext cx="5057931" cy="644136"/>
          </a:xfrm>
          <a:prstGeom prst="rect">
            <a:avLst/>
          </a:prstGeom>
        </p:spPr>
      </p:pic>
      <p:pic>
        <p:nvPicPr>
          <p:cNvPr id="309" name="Picture 308" descr="\documentclass{article}&#10;\usepackage{amsmath}&#10;\usepackage{color}&#10;\pagestyle{empty}&#10;\begin{document}&#10;&#10;$&#10;\color{blue}&#10;\dot{\boldsymbol{P}}_{1,e}&#10;= -\bigl( \dot{\boldsymbol{b}}_{3,e}\boldsymbol{b}_{3,e}^T&#10;+ \boldsymbol{b}_{3,e}\dot{\boldsymbol{b}}_{3,e}^T \bigr)&#10;$&#10;&#10;&#10;\end{document}" title="IguanaTex Bitmap Display">
            <a:extLst>
              <a:ext uri="{FF2B5EF4-FFF2-40B4-BE49-F238E27FC236}">
                <a16:creationId xmlns:a16="http://schemas.microsoft.com/office/drawing/2014/main" id="{FA1EF92D-35F6-455F-ADEE-D58F6891B5F9}"/>
              </a:ext>
            </a:extLst>
          </p:cNvPr>
          <p:cNvPicPr>
            <a:picLocks noChangeAspect="1"/>
          </p:cNvPicPr>
          <p:nvPr>
            <p:custDataLst>
              <p:tags r:id="rId54"/>
            </p:custDataLst>
          </p:nvPr>
        </p:nvPicPr>
        <p:blipFill>
          <a:blip r:embed="rId138">
            <a:extLst>
              <a:ext uri="{28A0092B-C50C-407E-A947-70E740481C1C}">
                <a14:useLocalDpi xmlns:a14="http://schemas.microsoft.com/office/drawing/2010/main" val="0"/>
              </a:ext>
            </a:extLst>
          </a:blip>
          <a:stretch>
            <a:fillRect/>
          </a:stretch>
        </p:blipFill>
        <p:spPr>
          <a:xfrm>
            <a:off x="2758518" y="23161846"/>
            <a:ext cx="3006941" cy="379162"/>
          </a:xfrm>
          <a:prstGeom prst="rect">
            <a:avLst/>
          </a:prstGeom>
        </p:spPr>
      </p:pic>
      <p:pic>
        <p:nvPicPr>
          <p:cNvPr id="313" name="Picture 312" descr="\documentclass{article}&#10;\usepackage{amsmath}&#10;\usepackage{color}&#10;\pagestyle{empty}&#10;\begin{document}&#10;&#10;$&#10;\color{blue}&#10;\dot{\boldsymbol{s}}_e&#10;= \dot{\boldsymbol{P}}_{1,e}\boldsymbol{b}_{1,e,d}&#10;+ \boldsymbol{P}_{1,e}\dot{\boldsymbol{b}}_{1,e,d}&#10;$&#10;&#10;&#10;\end{document}" title="IguanaTex Bitmap Display">
            <a:extLst>
              <a:ext uri="{FF2B5EF4-FFF2-40B4-BE49-F238E27FC236}">
                <a16:creationId xmlns:a16="http://schemas.microsoft.com/office/drawing/2014/main" id="{72B8CE12-9541-46AB-AD93-FB1640C68E5C}"/>
              </a:ext>
            </a:extLst>
          </p:cNvPr>
          <p:cNvPicPr>
            <a:picLocks noChangeAspect="1"/>
          </p:cNvPicPr>
          <p:nvPr>
            <p:custDataLst>
              <p:tags r:id="rId55"/>
            </p:custDataLst>
          </p:nvPr>
        </p:nvPicPr>
        <p:blipFill>
          <a:blip r:embed="rId139">
            <a:extLst>
              <a:ext uri="{28A0092B-C50C-407E-A947-70E740481C1C}">
                <a14:useLocalDpi xmlns:a14="http://schemas.microsoft.com/office/drawing/2010/main" val="0"/>
              </a:ext>
            </a:extLst>
          </a:blip>
          <a:stretch>
            <a:fillRect/>
          </a:stretch>
        </p:blipFill>
        <p:spPr>
          <a:xfrm>
            <a:off x="6684529" y="23404871"/>
            <a:ext cx="2866402" cy="301573"/>
          </a:xfrm>
          <a:prstGeom prst="rect">
            <a:avLst/>
          </a:prstGeom>
        </p:spPr>
      </p:pic>
      <p:sp>
        <p:nvSpPr>
          <p:cNvPr id="291" name="Arrow: Right 290">
            <a:extLst>
              <a:ext uri="{FF2B5EF4-FFF2-40B4-BE49-F238E27FC236}">
                <a16:creationId xmlns:a16="http://schemas.microsoft.com/office/drawing/2014/main" id="{12B24EBC-1D81-4D71-894B-7952D785CEA1}"/>
              </a:ext>
            </a:extLst>
          </p:cNvPr>
          <p:cNvSpPr/>
          <p:nvPr/>
        </p:nvSpPr>
        <p:spPr>
          <a:xfrm>
            <a:off x="2131747" y="23438415"/>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sp>
        <p:nvSpPr>
          <p:cNvPr id="292" name="Arrow: Right 291">
            <a:extLst>
              <a:ext uri="{FF2B5EF4-FFF2-40B4-BE49-F238E27FC236}">
                <a16:creationId xmlns:a16="http://schemas.microsoft.com/office/drawing/2014/main" id="{501A999A-16B6-48CD-B65B-0B8CB2C9BF08}"/>
              </a:ext>
            </a:extLst>
          </p:cNvPr>
          <p:cNvSpPr/>
          <p:nvPr/>
        </p:nvSpPr>
        <p:spPr>
          <a:xfrm>
            <a:off x="6002815" y="23472593"/>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sp>
        <p:nvSpPr>
          <p:cNvPr id="293" name="Arrow: Right 292">
            <a:extLst>
              <a:ext uri="{FF2B5EF4-FFF2-40B4-BE49-F238E27FC236}">
                <a16:creationId xmlns:a16="http://schemas.microsoft.com/office/drawing/2014/main" id="{EEA70F59-FD5F-45B0-9F62-70F50ABD2A8A}"/>
              </a:ext>
            </a:extLst>
          </p:cNvPr>
          <p:cNvSpPr/>
          <p:nvPr/>
        </p:nvSpPr>
        <p:spPr>
          <a:xfrm>
            <a:off x="9828424" y="23479281"/>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sp>
        <p:nvSpPr>
          <p:cNvPr id="294" name="Arrow: Right 293">
            <a:extLst>
              <a:ext uri="{FF2B5EF4-FFF2-40B4-BE49-F238E27FC236}">
                <a16:creationId xmlns:a16="http://schemas.microsoft.com/office/drawing/2014/main" id="{1F6CE4B3-BE68-4867-BBBB-6A3146859DCC}"/>
              </a:ext>
            </a:extLst>
          </p:cNvPr>
          <p:cNvSpPr/>
          <p:nvPr/>
        </p:nvSpPr>
        <p:spPr>
          <a:xfrm>
            <a:off x="5375794" y="27444678"/>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pic>
        <p:nvPicPr>
          <p:cNvPr id="311" name="Picture 310" descr="\documentclass{article}&#10;\usepackage{amsmath}&#10;\usepackage{color}&#10;\pagestyle{empty}&#10;\begin{document}&#10;&#10;$&#10;\color{blue}&#10;\boldsymbol{P}_{2,e} &#10;= I_3 - \boldsymbol{b}_{1,e,c} \boldsymbol{b}_{1,e,c}^T&#10;$&#10;&#10;&#10;\end{document}" title="IguanaTex Bitmap Display">
            <a:extLst>
              <a:ext uri="{FF2B5EF4-FFF2-40B4-BE49-F238E27FC236}">
                <a16:creationId xmlns:a16="http://schemas.microsoft.com/office/drawing/2014/main" id="{94FCC30B-5CBA-4684-9D98-40BFAAB89027}"/>
              </a:ext>
            </a:extLst>
          </p:cNvPr>
          <p:cNvPicPr>
            <a:picLocks noChangeAspect="1"/>
          </p:cNvPicPr>
          <p:nvPr>
            <p:custDataLst>
              <p:tags r:id="rId56"/>
            </p:custDataLst>
          </p:nvPr>
        </p:nvPicPr>
        <p:blipFill>
          <a:blip r:embed="rId140">
            <a:extLst>
              <a:ext uri="{28A0092B-C50C-407E-A947-70E740481C1C}">
                <a14:useLocalDpi xmlns:a14="http://schemas.microsoft.com/office/drawing/2010/main" val="0"/>
              </a:ext>
            </a:extLst>
          </a:blip>
          <a:stretch>
            <a:fillRect/>
          </a:stretch>
        </p:blipFill>
        <p:spPr>
          <a:xfrm>
            <a:off x="2767807" y="23803075"/>
            <a:ext cx="2351096" cy="322069"/>
          </a:xfrm>
          <a:prstGeom prst="rect">
            <a:avLst/>
          </a:prstGeom>
        </p:spPr>
      </p:pic>
      <p:pic>
        <p:nvPicPr>
          <p:cNvPr id="319" name="Picture 318" descr="\documentclass{article}&#10;\usepackage{amsmath}&#10;\usepackage{color}&#10;\pagestyle{empty}&#10;\begin{document}&#10;&#10;$&#10;\color{blue}&#10;\dot{\boldsymbol{P}}_{2,e} &#10;= -\bigl(\dot{\boldsymbol{b}}_{1,e,c}\boldsymbol{b}_{1,e,c}^T &#10;+ \boldsymbol{b}_{1,e,c}\dot{\boldsymbol{b}}_{1,e,c}^T\bigr)&#10;$&#10;&#10;&#10;\end{document}" title="IguanaTex Bitmap Display">
            <a:extLst>
              <a:ext uri="{FF2B5EF4-FFF2-40B4-BE49-F238E27FC236}">
                <a16:creationId xmlns:a16="http://schemas.microsoft.com/office/drawing/2014/main" id="{DFE29380-D984-47DE-A790-513DAD252A31}"/>
              </a:ext>
            </a:extLst>
          </p:cNvPr>
          <p:cNvPicPr>
            <a:picLocks noChangeAspect="1"/>
          </p:cNvPicPr>
          <p:nvPr>
            <p:custDataLst>
              <p:tags r:id="rId57"/>
            </p:custDataLst>
          </p:nvPr>
        </p:nvPicPr>
        <p:blipFill>
          <a:blip r:embed="rId141">
            <a:extLst>
              <a:ext uri="{28A0092B-C50C-407E-A947-70E740481C1C}">
                <a14:useLocalDpi xmlns:a14="http://schemas.microsoft.com/office/drawing/2010/main" val="0"/>
              </a:ext>
            </a:extLst>
          </a:blip>
          <a:stretch>
            <a:fillRect/>
          </a:stretch>
        </p:blipFill>
        <p:spPr>
          <a:xfrm>
            <a:off x="10676856" y="23846132"/>
            <a:ext cx="3585198" cy="379162"/>
          </a:xfrm>
          <a:prstGeom prst="rect">
            <a:avLst/>
          </a:prstGeom>
        </p:spPr>
      </p:pic>
      <p:pic>
        <p:nvPicPr>
          <p:cNvPr id="325" name="Picture 324" descr="\documentclass{article}&#10;\usepackage{amsmath}&#10;\usepackage{color}&#10;\pagestyle{empty}&#10;\begin{document}&#10;&#10;$&#10;\color{blue}&#10;\dot{\omega}_{3,e,c}&#10;= \dot{\boldsymbol{b}}_{3,e}^T \bigl(\boldsymbol{b}_{1,e,c} \times \dot{\boldsymbol{b}}_{1,e,c}\bigr) &#10;+ \bigl(\boldsymbol{b}_{3,e} \times \boldsymbol{b}_{1,e,c}\bigr)^T \ddot{\boldsymbol{b}}_{1,e,c}&#10;$&#10;&#10;&#10;\end{document}" title="IguanaTex Bitmap Display">
            <a:extLst>
              <a:ext uri="{FF2B5EF4-FFF2-40B4-BE49-F238E27FC236}">
                <a16:creationId xmlns:a16="http://schemas.microsoft.com/office/drawing/2014/main" id="{E54A587F-FACA-44BE-85B9-335305B26046}"/>
              </a:ext>
            </a:extLst>
          </p:cNvPr>
          <p:cNvPicPr>
            <a:picLocks noChangeAspect="1"/>
          </p:cNvPicPr>
          <p:nvPr>
            <p:custDataLst>
              <p:tags r:id="rId58"/>
            </p:custDataLst>
          </p:nvPr>
        </p:nvPicPr>
        <p:blipFill>
          <a:blip r:embed="rId142">
            <a:extLst>
              <a:ext uri="{28A0092B-C50C-407E-A947-70E740481C1C}">
                <a14:useLocalDpi xmlns:a14="http://schemas.microsoft.com/office/drawing/2010/main" val="0"/>
              </a:ext>
            </a:extLst>
          </a:blip>
          <a:stretch>
            <a:fillRect/>
          </a:stretch>
        </p:blipFill>
        <p:spPr>
          <a:xfrm>
            <a:off x="6186434" y="29268587"/>
            <a:ext cx="5248243" cy="379161"/>
          </a:xfrm>
          <a:prstGeom prst="rect">
            <a:avLst/>
          </a:prstGeom>
        </p:spPr>
      </p:pic>
      <p:sp>
        <p:nvSpPr>
          <p:cNvPr id="301" name="Arrow: Right 300">
            <a:extLst>
              <a:ext uri="{FF2B5EF4-FFF2-40B4-BE49-F238E27FC236}">
                <a16:creationId xmlns:a16="http://schemas.microsoft.com/office/drawing/2014/main" id="{1543BDEA-E60A-48F9-9373-0CAA4AEA8EA6}"/>
              </a:ext>
            </a:extLst>
          </p:cNvPr>
          <p:cNvSpPr/>
          <p:nvPr/>
        </p:nvSpPr>
        <p:spPr>
          <a:xfrm>
            <a:off x="5457294" y="29286956"/>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sp>
        <p:nvSpPr>
          <p:cNvPr id="327" name="Arrow: Right 326">
            <a:extLst>
              <a:ext uri="{FF2B5EF4-FFF2-40B4-BE49-F238E27FC236}">
                <a16:creationId xmlns:a16="http://schemas.microsoft.com/office/drawing/2014/main" id="{7C59B55C-2AFC-4E22-9257-4FB6A428A538}"/>
              </a:ext>
            </a:extLst>
          </p:cNvPr>
          <p:cNvSpPr/>
          <p:nvPr/>
        </p:nvSpPr>
        <p:spPr>
          <a:xfrm>
            <a:off x="2805605" y="30537281"/>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pic>
        <p:nvPicPr>
          <p:cNvPr id="337" name="Picture 336" descr="\documentclass{article}&#10;\usepackage{amsmath}&#10;\usepackage{color}&#10;\pagestyle{empty}&#10;\begin{document}&#10;&#10;$&#10;e_{\omega_{E,3}} = \omega_{3,e} - \omega_{3,e,c}&#10;$&#10;&#10;&#10;\end{document}" title="IguanaTex Bitmap Display">
            <a:extLst>
              <a:ext uri="{FF2B5EF4-FFF2-40B4-BE49-F238E27FC236}">
                <a16:creationId xmlns:a16="http://schemas.microsoft.com/office/drawing/2014/main" id="{CF2C39F1-2E4E-4894-B547-16335DFB0BD6}"/>
              </a:ext>
            </a:extLst>
          </p:cNvPr>
          <p:cNvPicPr>
            <a:picLocks noChangeAspect="1"/>
          </p:cNvPicPr>
          <p:nvPr>
            <p:custDataLst>
              <p:tags r:id="rId59"/>
            </p:custDataLst>
          </p:nvPr>
        </p:nvPicPr>
        <p:blipFill>
          <a:blip r:embed="rId143">
            <a:extLst>
              <a:ext uri="{28A0092B-C50C-407E-A947-70E740481C1C}">
                <a14:useLocalDpi xmlns:a14="http://schemas.microsoft.com/office/drawing/2010/main" val="0"/>
              </a:ext>
            </a:extLst>
          </a:blip>
          <a:stretch>
            <a:fillRect/>
          </a:stretch>
        </p:blipFill>
        <p:spPr>
          <a:xfrm>
            <a:off x="412230" y="31832503"/>
            <a:ext cx="2093440" cy="197632"/>
          </a:xfrm>
          <a:prstGeom prst="rect">
            <a:avLst/>
          </a:prstGeom>
        </p:spPr>
      </p:pic>
      <p:pic>
        <p:nvPicPr>
          <p:cNvPr id="335" name="Picture 334" descr="\documentclass{article}&#10;\usepackage{amsmath}&#10;\usepackage{color}&#10;\pagestyle{empty}&#10;\begin{document}&#10;&#10;$&#10;\boldsymbol{e}_{v_E} = \dot{\boldsymbol{r}}_e - \dot{\boldsymbol{r}}_{e,d}&#10;$&#10;&#10;&#10;\end{document}" title="IguanaTex Bitmap Display">
            <a:extLst>
              <a:ext uri="{FF2B5EF4-FFF2-40B4-BE49-F238E27FC236}">
                <a16:creationId xmlns:a16="http://schemas.microsoft.com/office/drawing/2014/main" id="{9B954EF0-8502-490E-8F2C-CE17353515AD}"/>
              </a:ext>
            </a:extLst>
          </p:cNvPr>
          <p:cNvPicPr>
            <a:picLocks noChangeAspect="1"/>
          </p:cNvPicPr>
          <p:nvPr>
            <p:custDataLst>
              <p:tags r:id="rId60"/>
            </p:custDataLst>
          </p:nvPr>
        </p:nvPicPr>
        <p:blipFill>
          <a:blip r:embed="rId144">
            <a:extLst>
              <a:ext uri="{28A0092B-C50C-407E-A947-70E740481C1C}">
                <a14:useLocalDpi xmlns:a14="http://schemas.microsoft.com/office/drawing/2010/main" val="0"/>
              </a:ext>
            </a:extLst>
          </a:blip>
          <a:stretch>
            <a:fillRect/>
          </a:stretch>
        </p:blipFill>
        <p:spPr>
          <a:xfrm>
            <a:off x="435218" y="31433320"/>
            <a:ext cx="1623513" cy="240086"/>
          </a:xfrm>
          <a:prstGeom prst="rect">
            <a:avLst/>
          </a:prstGeom>
        </p:spPr>
      </p:pic>
      <p:pic>
        <p:nvPicPr>
          <p:cNvPr id="342" name="Picture 341" descr="\documentclass{article}&#10;\usepackage{amsmath}&#10;\usepackage{color}&#10;\pagestyle{empty}&#10;\begin{document}&#10;&#10;$&#10;\omega_{3,e} = \boldsymbol{\omega}_e \boldsymbol{e}_3&#10;$&#10;&#10;&#10;\end{document}" title="IguanaTex Bitmap Display">
            <a:extLst>
              <a:ext uri="{FF2B5EF4-FFF2-40B4-BE49-F238E27FC236}">
                <a16:creationId xmlns:a16="http://schemas.microsoft.com/office/drawing/2014/main" id="{39956E6A-72A2-474E-8076-605B84DF5F4C}"/>
              </a:ext>
            </a:extLst>
          </p:cNvPr>
          <p:cNvPicPr>
            <a:picLocks noChangeAspect="1"/>
          </p:cNvPicPr>
          <p:nvPr>
            <p:custDataLst>
              <p:tags r:id="rId61"/>
            </p:custDataLst>
          </p:nvPr>
        </p:nvPicPr>
        <p:blipFill>
          <a:blip r:embed="rId145">
            <a:extLst>
              <a:ext uri="{28A0092B-C50C-407E-A947-70E740481C1C}">
                <a14:useLocalDpi xmlns:a14="http://schemas.microsoft.com/office/drawing/2010/main" val="0"/>
              </a:ext>
            </a:extLst>
          </a:blip>
          <a:stretch>
            <a:fillRect/>
          </a:stretch>
        </p:blipFill>
        <p:spPr>
          <a:xfrm>
            <a:off x="2268546" y="22405100"/>
            <a:ext cx="1245816" cy="184456"/>
          </a:xfrm>
          <a:prstGeom prst="rect">
            <a:avLst/>
          </a:prstGeom>
        </p:spPr>
      </p:pic>
      <p:sp>
        <p:nvSpPr>
          <p:cNvPr id="344" name="Arrow: Right 343">
            <a:extLst>
              <a:ext uri="{FF2B5EF4-FFF2-40B4-BE49-F238E27FC236}">
                <a16:creationId xmlns:a16="http://schemas.microsoft.com/office/drawing/2014/main" id="{D45D3B7C-51AE-47D6-9331-FF800FFD9892}"/>
              </a:ext>
            </a:extLst>
          </p:cNvPr>
          <p:cNvSpPr/>
          <p:nvPr/>
        </p:nvSpPr>
        <p:spPr>
          <a:xfrm>
            <a:off x="2800830" y="31565980"/>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sp>
        <p:nvSpPr>
          <p:cNvPr id="348" name="TextBox 347">
            <a:extLst>
              <a:ext uri="{FF2B5EF4-FFF2-40B4-BE49-F238E27FC236}">
                <a16:creationId xmlns:a16="http://schemas.microsoft.com/office/drawing/2014/main" id="{8809A65F-7EEF-4C5D-AFE1-C5C6AF026F33}"/>
              </a:ext>
            </a:extLst>
          </p:cNvPr>
          <p:cNvSpPr txBox="1"/>
          <p:nvPr/>
        </p:nvSpPr>
        <p:spPr>
          <a:xfrm>
            <a:off x="63920" y="2778534"/>
            <a:ext cx="4691689" cy="445828"/>
          </a:xfrm>
          <a:prstGeom prst="rect">
            <a:avLst/>
          </a:prstGeom>
          <a:noFill/>
        </p:spPr>
        <p:txBody>
          <a:bodyPr wrap="square" rtlCol="0">
            <a:spAutoFit/>
          </a:bodyPr>
          <a:lstStyle/>
          <a:p>
            <a:r>
              <a:rPr lang="en-US" altLang="zh-CN" sz="2297" b="1" dirty="0">
                <a:latin typeface="Georgia" panose="02040502050405020303" pitchFamily="18" charset="0"/>
              </a:rPr>
              <a:t>Control – Transformed State</a:t>
            </a:r>
            <a:endParaRPr lang="zh-CN" altLang="en-US" sz="2297" b="1" dirty="0">
              <a:latin typeface="Georgia" panose="02040502050405020303" pitchFamily="18" charset="0"/>
            </a:endParaRPr>
          </a:p>
        </p:txBody>
      </p:sp>
      <p:pic>
        <p:nvPicPr>
          <p:cNvPr id="351" name="Picture 350" descr="\documentclass{article}&#10;\usepackage{amsmath}&#10;\usepackage{color}&#10;\pagestyle{empty}&#10;\begin{document}&#10;&#10;$&#10;\color{blue}&#10;\boldsymbol{T}&#10;= \begin{bmatrix}&#10;\boldsymbol{R}_0 &amp; -\boldsymbol{R}_0 \hat{\boldsymbol{r}}_{0c}^0 &amp; \boldsymbol{R}_0 \boldsymbol{A} \\&#10;\boldsymbol{0} &amp; \boldsymbol{I}_3 &amp; \boldsymbol{0} \\&#10;\boldsymbol{0} &amp; \boldsymbol{N}_1 &amp; \boldsymbol{I}_n&#10;\end{bmatrix}&#10;$&#10;&#10;&#10;\end{document}" title="IguanaTex Bitmap Display">
            <a:extLst>
              <a:ext uri="{FF2B5EF4-FFF2-40B4-BE49-F238E27FC236}">
                <a16:creationId xmlns:a16="http://schemas.microsoft.com/office/drawing/2014/main" id="{F7FC4D25-4FC3-4A6D-9AC5-B992904F93F9}"/>
              </a:ext>
            </a:extLst>
          </p:cNvPr>
          <p:cNvPicPr>
            <a:picLocks noChangeAspect="1"/>
          </p:cNvPicPr>
          <p:nvPr>
            <p:custDataLst>
              <p:tags r:id="rId62"/>
            </p:custDataLst>
          </p:nvPr>
        </p:nvPicPr>
        <p:blipFill>
          <a:blip r:embed="rId146">
            <a:extLst>
              <a:ext uri="{28A0092B-C50C-407E-A947-70E740481C1C}">
                <a14:useLocalDpi xmlns:a14="http://schemas.microsoft.com/office/drawing/2010/main" val="0"/>
              </a:ext>
            </a:extLst>
          </a:blip>
          <a:stretch>
            <a:fillRect/>
          </a:stretch>
        </p:blipFill>
        <p:spPr>
          <a:xfrm>
            <a:off x="4013275" y="3622081"/>
            <a:ext cx="2945456" cy="891542"/>
          </a:xfrm>
          <a:prstGeom prst="rect">
            <a:avLst/>
          </a:prstGeom>
        </p:spPr>
      </p:pic>
      <p:pic>
        <p:nvPicPr>
          <p:cNvPr id="355" name="Picture 354" descr="\documentclass{article}&#10;\usepackage{amsmath}&#10;\usepackage{color}&#10;\pagestyle{empty}&#10;\begin{document}&#10;&#10;$&#10;\color{blue}&#10;\boldsymbol{\xi}=\boldsymbol{T}\boldsymbol{V}&#10;$&#10;&#10;&#10;\end{document}" title="IguanaTex Bitmap Display">
            <a:extLst>
              <a:ext uri="{FF2B5EF4-FFF2-40B4-BE49-F238E27FC236}">
                <a16:creationId xmlns:a16="http://schemas.microsoft.com/office/drawing/2014/main" id="{9D3A9F2D-0ABA-4076-A900-E783A873F332}"/>
              </a:ext>
            </a:extLst>
          </p:cNvPr>
          <p:cNvPicPr>
            <a:picLocks noChangeAspect="1"/>
          </p:cNvPicPr>
          <p:nvPr>
            <p:custDataLst>
              <p:tags r:id="rId63"/>
            </p:custDataLst>
          </p:nvPr>
        </p:nvPicPr>
        <p:blipFill>
          <a:blip r:embed="rId147">
            <a:extLst>
              <a:ext uri="{28A0092B-C50C-407E-A947-70E740481C1C}">
                <a14:useLocalDpi xmlns:a14="http://schemas.microsoft.com/office/drawing/2010/main" val="0"/>
              </a:ext>
            </a:extLst>
          </a:blip>
          <a:stretch>
            <a:fillRect/>
          </a:stretch>
        </p:blipFill>
        <p:spPr>
          <a:xfrm>
            <a:off x="7710143" y="3888588"/>
            <a:ext cx="863727" cy="225448"/>
          </a:xfrm>
          <a:prstGeom prst="rect">
            <a:avLst/>
          </a:prstGeom>
        </p:spPr>
      </p:pic>
      <p:pic>
        <p:nvPicPr>
          <p:cNvPr id="357" name="Picture 356" descr="\documentclass{article}&#10;\usepackage{amsmath}&#10;\usepackage{color}&#10;\pagestyle{empty}&#10;\begin{document}&#10;&#10;$&#10;\color{blue}&#10;\boldsymbol{\xi}&#10;= \begin{bmatrix}&#10;\dot{\boldsymbol{x}}_c \\&#10;\boldsymbol{\omega}_0 \\&#10;\boldsymbol{\rho}&#10;\end{bmatrix}&#10;$&#10;&#10;&#10;\end{document}" title="IguanaTex Bitmap Display">
            <a:extLst>
              <a:ext uri="{FF2B5EF4-FFF2-40B4-BE49-F238E27FC236}">
                <a16:creationId xmlns:a16="http://schemas.microsoft.com/office/drawing/2014/main" id="{43E71213-34B3-4295-9592-0B1E8BF43EF4}"/>
              </a:ext>
            </a:extLst>
          </p:cNvPr>
          <p:cNvPicPr>
            <a:picLocks noChangeAspect="1"/>
          </p:cNvPicPr>
          <p:nvPr>
            <p:custDataLst>
              <p:tags r:id="rId64"/>
            </p:custDataLst>
          </p:nvPr>
        </p:nvPicPr>
        <p:blipFill>
          <a:blip r:embed="rId148">
            <a:extLst>
              <a:ext uri="{28A0092B-C50C-407E-A947-70E740481C1C}">
                <a14:useLocalDpi xmlns:a14="http://schemas.microsoft.com/office/drawing/2010/main" val="0"/>
              </a:ext>
            </a:extLst>
          </a:blip>
          <a:stretch>
            <a:fillRect/>
          </a:stretch>
        </p:blipFill>
        <p:spPr>
          <a:xfrm>
            <a:off x="9076578" y="3563336"/>
            <a:ext cx="991090" cy="879830"/>
          </a:xfrm>
          <a:prstGeom prst="rect">
            <a:avLst/>
          </a:prstGeom>
        </p:spPr>
      </p:pic>
      <p:cxnSp>
        <p:nvCxnSpPr>
          <p:cNvPr id="115" name="Straight Connector 114">
            <a:extLst>
              <a:ext uri="{FF2B5EF4-FFF2-40B4-BE49-F238E27FC236}">
                <a16:creationId xmlns:a16="http://schemas.microsoft.com/office/drawing/2014/main" id="{405C2F07-BB95-4762-A12F-A4CA3D9094D2}"/>
              </a:ext>
            </a:extLst>
          </p:cNvPr>
          <p:cNvCxnSpPr>
            <a:cxnSpLocks/>
          </p:cNvCxnSpPr>
          <p:nvPr/>
        </p:nvCxnSpPr>
        <p:spPr>
          <a:xfrm>
            <a:off x="0" y="2535320"/>
            <a:ext cx="16175038"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6" name="Arrow: Right 115">
            <a:extLst>
              <a:ext uri="{FF2B5EF4-FFF2-40B4-BE49-F238E27FC236}">
                <a16:creationId xmlns:a16="http://schemas.microsoft.com/office/drawing/2014/main" id="{C2DBE977-D538-4824-B60F-B9BCA475BCE3}"/>
              </a:ext>
            </a:extLst>
          </p:cNvPr>
          <p:cNvSpPr/>
          <p:nvPr/>
        </p:nvSpPr>
        <p:spPr>
          <a:xfrm>
            <a:off x="3158262" y="3526180"/>
            <a:ext cx="400310" cy="1009009"/>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cxnSp>
        <p:nvCxnSpPr>
          <p:cNvPr id="117" name="Straight Connector 116">
            <a:extLst>
              <a:ext uri="{FF2B5EF4-FFF2-40B4-BE49-F238E27FC236}">
                <a16:creationId xmlns:a16="http://schemas.microsoft.com/office/drawing/2014/main" id="{F625B4B0-C186-430C-AD5B-FC1C565237DD}"/>
              </a:ext>
            </a:extLst>
          </p:cNvPr>
          <p:cNvCxnSpPr>
            <a:cxnSpLocks/>
          </p:cNvCxnSpPr>
          <p:nvPr/>
        </p:nvCxnSpPr>
        <p:spPr>
          <a:xfrm>
            <a:off x="0" y="4973720"/>
            <a:ext cx="1617503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83609DE7-BF3B-41B8-B86F-6873348618EF}"/>
              </a:ext>
            </a:extLst>
          </p:cNvPr>
          <p:cNvCxnSpPr>
            <a:cxnSpLocks/>
          </p:cNvCxnSpPr>
          <p:nvPr/>
        </p:nvCxnSpPr>
        <p:spPr>
          <a:xfrm>
            <a:off x="0" y="9573660"/>
            <a:ext cx="1617503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27D64790-F558-49BF-95C3-D6AA898B4985}"/>
              </a:ext>
            </a:extLst>
          </p:cNvPr>
          <p:cNvCxnSpPr>
            <a:cxnSpLocks/>
          </p:cNvCxnSpPr>
          <p:nvPr/>
        </p:nvCxnSpPr>
        <p:spPr>
          <a:xfrm>
            <a:off x="87073" y="18555356"/>
            <a:ext cx="16059031"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9DA4560A-A1A0-4BE9-84A0-662E187F4EB8}"/>
              </a:ext>
            </a:extLst>
          </p:cNvPr>
          <p:cNvCxnSpPr>
            <a:cxnSpLocks/>
          </p:cNvCxnSpPr>
          <p:nvPr/>
        </p:nvCxnSpPr>
        <p:spPr>
          <a:xfrm>
            <a:off x="0" y="20305160"/>
            <a:ext cx="1617503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1DB514C7-BA6B-44DB-BBA2-B13B16B942DF}"/>
              </a:ext>
            </a:extLst>
          </p:cNvPr>
          <p:cNvCxnSpPr>
            <a:cxnSpLocks/>
          </p:cNvCxnSpPr>
          <p:nvPr/>
        </p:nvCxnSpPr>
        <p:spPr>
          <a:xfrm>
            <a:off x="115622" y="30217438"/>
            <a:ext cx="16059031"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909EB31A-DC39-4672-8AC4-6D1EA08E424D}"/>
              </a:ext>
            </a:extLst>
          </p:cNvPr>
          <p:cNvCxnSpPr>
            <a:cxnSpLocks/>
          </p:cNvCxnSpPr>
          <p:nvPr/>
        </p:nvCxnSpPr>
        <p:spPr>
          <a:xfrm>
            <a:off x="92469" y="33085830"/>
            <a:ext cx="16059031"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19" name="Picture 18" descr="\documentclass{article}&#10;\usepackage{amsmath}&#10;\pagestyle{empty}&#10;\begin{document}&#10;&#10;$&#10;\ddot{\boldsymbol{x}}_c = \dfrac{u_1}{m}\boldsymbol{R}_0\boldsymbol{e}_3 - g\boldsymbol{e}_3&#10;$&#10;&#10;&#10;\end{document}" title="IguanaTex Bitmap Display">
            <a:extLst>
              <a:ext uri="{FF2B5EF4-FFF2-40B4-BE49-F238E27FC236}">
                <a16:creationId xmlns:a16="http://schemas.microsoft.com/office/drawing/2014/main" id="{8DD6B2BD-1B96-4627-A99E-DE0E7BCFC3CB}"/>
              </a:ext>
            </a:extLst>
          </p:cNvPr>
          <p:cNvPicPr>
            <a:picLocks noChangeAspect="1"/>
          </p:cNvPicPr>
          <p:nvPr>
            <p:custDataLst>
              <p:tags r:id="rId65"/>
            </p:custDataLst>
          </p:nvPr>
        </p:nvPicPr>
        <p:blipFill>
          <a:blip r:embed="rId149">
            <a:extLst>
              <a:ext uri="{28A0092B-C50C-407E-A947-70E740481C1C}">
                <a14:useLocalDpi xmlns:a14="http://schemas.microsoft.com/office/drawing/2010/main" val="0"/>
              </a:ext>
            </a:extLst>
          </a:blip>
          <a:stretch>
            <a:fillRect/>
          </a:stretch>
        </p:blipFill>
        <p:spPr>
          <a:xfrm>
            <a:off x="460610" y="7624634"/>
            <a:ext cx="2094905" cy="446505"/>
          </a:xfrm>
          <a:prstGeom prst="rect">
            <a:avLst/>
          </a:prstGeom>
        </p:spPr>
      </p:pic>
      <p:sp>
        <p:nvSpPr>
          <p:cNvPr id="134" name="Arrow: Right 133">
            <a:extLst>
              <a:ext uri="{FF2B5EF4-FFF2-40B4-BE49-F238E27FC236}">
                <a16:creationId xmlns:a16="http://schemas.microsoft.com/office/drawing/2014/main" id="{1F8B0EB7-F139-482A-959B-B4ACC3F672F0}"/>
              </a:ext>
            </a:extLst>
          </p:cNvPr>
          <p:cNvSpPr/>
          <p:nvPr/>
        </p:nvSpPr>
        <p:spPr>
          <a:xfrm>
            <a:off x="2908676" y="7648956"/>
            <a:ext cx="400310" cy="1009009"/>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sp>
        <p:nvSpPr>
          <p:cNvPr id="135" name="Arrow: Right 134">
            <a:extLst>
              <a:ext uri="{FF2B5EF4-FFF2-40B4-BE49-F238E27FC236}">
                <a16:creationId xmlns:a16="http://schemas.microsoft.com/office/drawing/2014/main" id="{9E58949C-49E1-4A73-A938-F349469DD6EE}"/>
              </a:ext>
            </a:extLst>
          </p:cNvPr>
          <p:cNvSpPr/>
          <p:nvPr/>
        </p:nvSpPr>
        <p:spPr>
          <a:xfrm>
            <a:off x="7684978" y="7695142"/>
            <a:ext cx="400310" cy="1009009"/>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pic>
        <p:nvPicPr>
          <p:cNvPr id="22" name="Picture 21" descr="\documentclass{article}&#10;\usepackage{amsmath}&#10;\pagestyle{empty}&#10;\begin{document}&#10;&#10;$&#10;\dot{u}_1 = \dot{\boldsymbol{f}}_d^T \boldsymbol{R}_0\boldsymbol{e}_3 &#10;          + \boldsymbol{f}_d^T \boldsymbol{R}_0\hat{\boldsymbol{\omega}}_0\boldsymbol{e}_3&#10;$&#10;&#10;&#10;\end{document}" title="IguanaTex Bitmap Display">
            <a:extLst>
              <a:ext uri="{FF2B5EF4-FFF2-40B4-BE49-F238E27FC236}">
                <a16:creationId xmlns:a16="http://schemas.microsoft.com/office/drawing/2014/main" id="{7347ADCB-E395-451C-B318-2B80903A9CB3}"/>
              </a:ext>
            </a:extLst>
          </p:cNvPr>
          <p:cNvPicPr>
            <a:picLocks noChangeAspect="1"/>
          </p:cNvPicPr>
          <p:nvPr>
            <p:custDataLst>
              <p:tags r:id="rId66"/>
            </p:custDataLst>
          </p:nvPr>
        </p:nvPicPr>
        <p:blipFill>
          <a:blip r:embed="rId150">
            <a:extLst>
              <a:ext uri="{28A0092B-C50C-407E-A947-70E740481C1C}">
                <a14:useLocalDpi xmlns:a14="http://schemas.microsoft.com/office/drawing/2010/main" val="0"/>
              </a:ext>
            </a:extLst>
          </a:blip>
          <a:stretch>
            <a:fillRect/>
          </a:stretch>
        </p:blipFill>
        <p:spPr>
          <a:xfrm>
            <a:off x="3770861" y="7783049"/>
            <a:ext cx="2905930" cy="348420"/>
          </a:xfrm>
          <a:prstGeom prst="rect">
            <a:avLst/>
          </a:prstGeom>
        </p:spPr>
      </p:pic>
      <p:pic>
        <p:nvPicPr>
          <p:cNvPr id="25" name="Picture 24" descr="\documentclass{article}&#10;\usepackage{amsmath}&#10;\pagestyle{empty}&#10;\begin{document}&#10;&#10;$&#10;\boldsymbol{x}_c^{(3)} = \dfrac{\dot{u}_1}{m}\boldsymbol{R}_0\boldsymbol{e}_3 &#10;                       + \dfrac{u_1}{m}\boldsymbol{R}_0\hat{\boldsymbol{\omega}}_0\boldsymbol{e}_3&#10;$&#10;&#10;&#10;\end{document}" title="IguanaTex Bitmap Display">
            <a:extLst>
              <a:ext uri="{FF2B5EF4-FFF2-40B4-BE49-F238E27FC236}">
                <a16:creationId xmlns:a16="http://schemas.microsoft.com/office/drawing/2014/main" id="{B679BDDD-EC97-4EFB-A7F8-270FD3834217}"/>
              </a:ext>
            </a:extLst>
          </p:cNvPr>
          <p:cNvPicPr>
            <a:picLocks noChangeAspect="1"/>
          </p:cNvPicPr>
          <p:nvPr>
            <p:custDataLst>
              <p:tags r:id="rId67"/>
            </p:custDataLst>
          </p:nvPr>
        </p:nvPicPr>
        <p:blipFill>
          <a:blip r:embed="rId151">
            <a:extLst>
              <a:ext uri="{28A0092B-C50C-407E-A947-70E740481C1C}">
                <a14:useLocalDpi xmlns:a14="http://schemas.microsoft.com/office/drawing/2010/main" val="0"/>
              </a:ext>
            </a:extLst>
          </a:blip>
          <a:stretch>
            <a:fillRect/>
          </a:stretch>
        </p:blipFill>
        <p:spPr>
          <a:xfrm>
            <a:off x="3750259" y="8306152"/>
            <a:ext cx="3053789" cy="502135"/>
          </a:xfrm>
          <a:prstGeom prst="rect">
            <a:avLst/>
          </a:prstGeom>
        </p:spPr>
      </p:pic>
      <p:pic>
        <p:nvPicPr>
          <p:cNvPr id="28" name="Picture 27" descr="\documentclass{article}&#10;\usepackage{amsmath}&#10;\usepackage{color}&#10;\pagestyle{empty}&#10;\begin{document}&#10;&#10;$&#10;\color{blue}&#10;\omega_{3,e,c}&#10;= \boldsymbol{b}_{3,e}^T ( \boldsymbol{b}_{1,e,c} \times \dot{\boldsymbol{b}}_{1,e,c} )&#10;$&#10;&#10;&#10;\end{document}" title="IguanaTex Bitmap Display">
            <a:extLst>
              <a:ext uri="{FF2B5EF4-FFF2-40B4-BE49-F238E27FC236}">
                <a16:creationId xmlns:a16="http://schemas.microsoft.com/office/drawing/2014/main" id="{EDCF7F39-47E4-4815-93D6-54BD29B0B2B4}"/>
              </a:ext>
            </a:extLst>
          </p:cNvPr>
          <p:cNvPicPr>
            <a:picLocks noChangeAspect="1"/>
          </p:cNvPicPr>
          <p:nvPr>
            <p:custDataLst>
              <p:tags r:id="rId68"/>
            </p:custDataLst>
          </p:nvPr>
        </p:nvPicPr>
        <p:blipFill>
          <a:blip r:embed="rId152">
            <a:extLst>
              <a:ext uri="{28A0092B-C50C-407E-A947-70E740481C1C}">
                <a14:useLocalDpi xmlns:a14="http://schemas.microsoft.com/office/drawing/2010/main" val="0"/>
              </a:ext>
            </a:extLst>
          </a:blip>
          <a:stretch>
            <a:fillRect/>
          </a:stretch>
        </p:blipFill>
        <p:spPr>
          <a:xfrm>
            <a:off x="10692220" y="24491433"/>
            <a:ext cx="2788815" cy="324995"/>
          </a:xfrm>
          <a:prstGeom prst="rect">
            <a:avLst/>
          </a:prstGeom>
        </p:spPr>
      </p:pic>
      <p:sp>
        <p:nvSpPr>
          <p:cNvPr id="145" name="Arrow: Right 144">
            <a:extLst>
              <a:ext uri="{FF2B5EF4-FFF2-40B4-BE49-F238E27FC236}">
                <a16:creationId xmlns:a16="http://schemas.microsoft.com/office/drawing/2014/main" id="{C38AFF9D-A231-46CA-AE2E-C2C50E7FA53B}"/>
              </a:ext>
            </a:extLst>
          </p:cNvPr>
          <p:cNvSpPr/>
          <p:nvPr/>
        </p:nvSpPr>
        <p:spPr>
          <a:xfrm>
            <a:off x="9877628" y="24484795"/>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cxnSp>
        <p:nvCxnSpPr>
          <p:cNvPr id="147" name="Straight Connector 146">
            <a:extLst>
              <a:ext uri="{FF2B5EF4-FFF2-40B4-BE49-F238E27FC236}">
                <a16:creationId xmlns:a16="http://schemas.microsoft.com/office/drawing/2014/main" id="{8453A442-C9D3-4F3E-84BF-06C4C7B1EA2D}"/>
              </a:ext>
            </a:extLst>
          </p:cNvPr>
          <p:cNvCxnSpPr>
            <a:cxnSpLocks/>
          </p:cNvCxnSpPr>
          <p:nvPr/>
        </p:nvCxnSpPr>
        <p:spPr>
          <a:xfrm>
            <a:off x="39651" y="25173079"/>
            <a:ext cx="16059031"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30" name="Picture 29" descr="\documentclass{article}&#10;\usepackage{amsmath}&#10;\usepackage{color}&#10;\pagestyle{empty}&#10;\begin{document}&#10;&#10;$&#10;\color{blue}&#10;\ddot{\boldsymbol{b}}_{3,e} &#10;= \boldsymbol{R}_e \bigl(\hat{\boldsymbol{\omega}}_e^2 &#10;+ \dot{\hat{\boldsymbol{\omega}}}_e\bigr) \boldsymbol{e}_3&#10;$&#10;&#10;&#10;\end{document}" title="IguanaTex Bitmap Display">
            <a:extLst>
              <a:ext uri="{FF2B5EF4-FFF2-40B4-BE49-F238E27FC236}">
                <a16:creationId xmlns:a16="http://schemas.microsoft.com/office/drawing/2014/main" id="{1FBEE51D-444C-4509-8043-51540EF91B9C}"/>
              </a:ext>
            </a:extLst>
          </p:cNvPr>
          <p:cNvPicPr>
            <a:picLocks noChangeAspect="1"/>
          </p:cNvPicPr>
          <p:nvPr>
            <p:custDataLst>
              <p:tags r:id="rId69"/>
            </p:custDataLst>
          </p:nvPr>
        </p:nvPicPr>
        <p:blipFill>
          <a:blip r:embed="rId153">
            <a:extLst>
              <a:ext uri="{28A0092B-C50C-407E-A947-70E740481C1C}">
                <a14:useLocalDpi xmlns:a14="http://schemas.microsoft.com/office/drawing/2010/main" val="0"/>
              </a:ext>
            </a:extLst>
          </a:blip>
          <a:stretch>
            <a:fillRect/>
          </a:stretch>
        </p:blipFill>
        <p:spPr>
          <a:xfrm>
            <a:off x="6233023" y="25559469"/>
            <a:ext cx="2340847" cy="316212"/>
          </a:xfrm>
          <a:prstGeom prst="rect">
            <a:avLst/>
          </a:prstGeom>
        </p:spPr>
      </p:pic>
      <p:pic>
        <p:nvPicPr>
          <p:cNvPr id="34" name="Picture 33" descr="\documentclass{article}&#10;\usepackage{amsmath}&#10;\usepackage{color}&#10;\pagestyle{empty}&#10;\begin{document}&#10;&#10;$&#10;\color{blue}&#10;\ddot{\boldsymbol{P}}_{1,e} = -\bigl(\ddot{\boldsymbol{b}}_{3,e}\boldsymbol{b}_{3,e}^T &#10;+ 2\dot{\boldsymbol{b}}_{3,e}\dot{\boldsymbol{b}}_{3,e}^T &#10;+ \boldsymbol{b}_{3,e}\ddot{\boldsymbol{b}}_{3,e}^T\bigr)&#10;$&#10;&#10;&#10;\end{document}" title="IguanaTex Bitmap Display">
            <a:extLst>
              <a:ext uri="{FF2B5EF4-FFF2-40B4-BE49-F238E27FC236}">
                <a16:creationId xmlns:a16="http://schemas.microsoft.com/office/drawing/2014/main" id="{A32683EE-7A9B-4211-B934-4FDD6B6F9A93}"/>
              </a:ext>
            </a:extLst>
          </p:cNvPr>
          <p:cNvPicPr>
            <a:picLocks noChangeAspect="1"/>
          </p:cNvPicPr>
          <p:nvPr>
            <p:custDataLst>
              <p:tags r:id="rId70"/>
            </p:custDataLst>
          </p:nvPr>
        </p:nvPicPr>
        <p:blipFill>
          <a:blip r:embed="rId154">
            <a:extLst>
              <a:ext uri="{28A0092B-C50C-407E-A947-70E740481C1C}">
                <a14:useLocalDpi xmlns:a14="http://schemas.microsoft.com/office/drawing/2010/main" val="0"/>
              </a:ext>
            </a:extLst>
          </a:blip>
          <a:stretch>
            <a:fillRect/>
          </a:stretch>
        </p:blipFill>
        <p:spPr>
          <a:xfrm>
            <a:off x="6163192" y="26482894"/>
            <a:ext cx="4195666" cy="379162"/>
          </a:xfrm>
          <a:prstGeom prst="rect">
            <a:avLst/>
          </a:prstGeom>
        </p:spPr>
      </p:pic>
      <p:sp>
        <p:nvSpPr>
          <p:cNvPr id="158" name="Arrow: Right 157">
            <a:extLst>
              <a:ext uri="{FF2B5EF4-FFF2-40B4-BE49-F238E27FC236}">
                <a16:creationId xmlns:a16="http://schemas.microsoft.com/office/drawing/2014/main" id="{142A7BD1-E9F5-4FCB-B893-962900DDB132}"/>
              </a:ext>
            </a:extLst>
          </p:cNvPr>
          <p:cNvSpPr/>
          <p:nvPr/>
        </p:nvSpPr>
        <p:spPr>
          <a:xfrm>
            <a:off x="5355927" y="26540020"/>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pic>
        <p:nvPicPr>
          <p:cNvPr id="38" name="Picture 37" descr="\documentclass{article}&#10;\usepackage{amsmath}&#10;\usepackage{color}&#10;\pagestyle{empty}&#10;\begin{document}&#10;&#10;$&#10;\boldsymbol{R}^{0}_{e}(\boldsymbol{q}) = \boldsymbol{R}^{0}_{n}(\boldsymbol{q}) &#10;$&#10;&#10;&#10;\end{document}" title="IguanaTex Bitmap Display">
            <a:extLst>
              <a:ext uri="{FF2B5EF4-FFF2-40B4-BE49-F238E27FC236}">
                <a16:creationId xmlns:a16="http://schemas.microsoft.com/office/drawing/2014/main" id="{6E0B0F4A-4782-48E6-9040-1C66683B63CF}"/>
              </a:ext>
            </a:extLst>
          </p:cNvPr>
          <p:cNvPicPr>
            <a:picLocks noChangeAspect="1"/>
          </p:cNvPicPr>
          <p:nvPr>
            <p:custDataLst>
              <p:tags r:id="rId71"/>
            </p:custDataLst>
          </p:nvPr>
        </p:nvPicPr>
        <p:blipFill>
          <a:blip r:embed="rId155">
            <a:extLst>
              <a:ext uri="{28A0092B-C50C-407E-A947-70E740481C1C}">
                <a14:useLocalDpi xmlns:a14="http://schemas.microsoft.com/office/drawing/2010/main" val="0"/>
              </a:ext>
            </a:extLst>
          </a:blip>
          <a:stretch>
            <a:fillRect/>
          </a:stretch>
        </p:blipFill>
        <p:spPr>
          <a:xfrm>
            <a:off x="2268546" y="21422233"/>
            <a:ext cx="1622049" cy="286931"/>
          </a:xfrm>
          <a:prstGeom prst="rect">
            <a:avLst/>
          </a:prstGeom>
        </p:spPr>
      </p:pic>
      <p:pic>
        <p:nvPicPr>
          <p:cNvPr id="163" name="Picture 162" descr="\documentclass{article}&#10;\usepackage{amsmath}&#10;\usepackage{color}&#10;\pagestyle{empty}&#10;\begin{document}&#10;&#10;$&#10;\boldsymbol{\omega}_e&#10;= \left(\boldsymbol{R}^{0}_e\right)^T \boldsymbol{\omega}^{0}_e &#10;= \boldsymbol{R}_{0}^{e} (\boldsymbol{\omega}_0 + \boldsymbol{J}^{q}_{\omega_e} \dot{\boldsymbol{q}})&#10;$&#10;&#10;&#10;\end{document}" title="IguanaTex Bitmap Display">
            <a:extLst>
              <a:ext uri="{FF2B5EF4-FFF2-40B4-BE49-F238E27FC236}">
                <a16:creationId xmlns:a16="http://schemas.microsoft.com/office/drawing/2014/main" id="{AFEEEC94-6A7F-4ADB-9A55-1B16F991DA81}"/>
              </a:ext>
            </a:extLst>
          </p:cNvPr>
          <p:cNvPicPr>
            <a:picLocks noChangeAspect="1"/>
          </p:cNvPicPr>
          <p:nvPr>
            <p:custDataLst>
              <p:tags r:id="rId72"/>
            </p:custDataLst>
          </p:nvPr>
        </p:nvPicPr>
        <p:blipFill>
          <a:blip r:embed="rId156">
            <a:extLst>
              <a:ext uri="{28A0092B-C50C-407E-A947-70E740481C1C}">
                <a14:useLocalDpi xmlns:a14="http://schemas.microsoft.com/office/drawing/2010/main" val="0"/>
              </a:ext>
            </a:extLst>
          </a:blip>
          <a:stretch>
            <a:fillRect/>
          </a:stretch>
        </p:blipFill>
        <p:spPr>
          <a:xfrm>
            <a:off x="2288292" y="21841719"/>
            <a:ext cx="3591053" cy="361592"/>
          </a:xfrm>
          <a:prstGeom prst="rect">
            <a:avLst/>
          </a:prstGeom>
        </p:spPr>
      </p:pic>
      <p:pic>
        <p:nvPicPr>
          <p:cNvPr id="164" name="Picture 163" descr="\documentclass{article}&#10;\usepackage{amsmath}&#10;\pagestyle{empty}&#10;\begin{document}&#10;&#10;$&#10;\boldsymbol{\omega}_e^0&#10;= \boldsymbol{\omega}_n^0&#10;$&#10;&#10;&#10;\end{document}" title="IguanaTex Bitmap Display">
            <a:extLst>
              <a:ext uri="{FF2B5EF4-FFF2-40B4-BE49-F238E27FC236}">
                <a16:creationId xmlns:a16="http://schemas.microsoft.com/office/drawing/2014/main" id="{E29CE10E-0181-4B25-B283-01D92B5E4DF4}"/>
              </a:ext>
            </a:extLst>
          </p:cNvPr>
          <p:cNvPicPr>
            <a:picLocks noChangeAspect="1"/>
          </p:cNvPicPr>
          <p:nvPr>
            <p:custDataLst>
              <p:tags r:id="rId73"/>
            </p:custDataLst>
          </p:nvPr>
        </p:nvPicPr>
        <p:blipFill>
          <a:blip r:embed="rId157">
            <a:extLst>
              <a:ext uri="{28A0092B-C50C-407E-A947-70E740481C1C}">
                <a14:useLocalDpi xmlns:a14="http://schemas.microsoft.com/office/drawing/2010/main" val="0"/>
              </a:ext>
            </a:extLst>
          </a:blip>
          <a:stretch>
            <a:fillRect/>
          </a:stretch>
        </p:blipFill>
        <p:spPr>
          <a:xfrm>
            <a:off x="4136482" y="21422233"/>
            <a:ext cx="912037" cy="267901"/>
          </a:xfrm>
          <a:prstGeom prst="rect">
            <a:avLst/>
          </a:prstGeom>
        </p:spPr>
      </p:pic>
      <p:pic>
        <p:nvPicPr>
          <p:cNvPr id="41" name="Picture 40" descr="\documentclass{article}&#10;\usepackage{amsmath}&#10;\usepackage{color}&#10;\pagestyle{empty}&#10;\begin{document}&#10;&#10;$&#10;\dot{\boldsymbol{\omega}}_e&#10;= \boldsymbol{R}_0^e\left(\dot{\boldsymbol{\omega}}_0+\boldsymbol{J}_{\omega_e}^q \ddot{\boldsymbol{q}}+\dot{\boldsymbol{J}}_{\omega_e}^q \dot{\boldsymbol{q}}+\hat{\boldsymbol{\omega}}_0 \boldsymbol{J}_{\omega_e}^q \dot{\boldsymbol{q}}\right)&#10;$&#10;&#10;&#10;\end{document}" title="IguanaTex Bitmap Display">
            <a:extLst>
              <a:ext uri="{FF2B5EF4-FFF2-40B4-BE49-F238E27FC236}">
                <a16:creationId xmlns:a16="http://schemas.microsoft.com/office/drawing/2014/main" id="{6A2F2100-8BC8-4115-B322-A5FC048D6D54}"/>
              </a:ext>
            </a:extLst>
          </p:cNvPr>
          <p:cNvPicPr>
            <a:picLocks noChangeAspect="1"/>
          </p:cNvPicPr>
          <p:nvPr>
            <p:custDataLst>
              <p:tags r:id="rId74"/>
            </p:custDataLst>
          </p:nvPr>
        </p:nvPicPr>
        <p:blipFill>
          <a:blip r:embed="rId158">
            <a:extLst>
              <a:ext uri="{28A0092B-C50C-407E-A947-70E740481C1C}">
                <a14:useLocalDpi xmlns:a14="http://schemas.microsoft.com/office/drawing/2010/main" val="0"/>
              </a:ext>
            </a:extLst>
          </a:blip>
          <a:stretch>
            <a:fillRect/>
          </a:stretch>
        </p:blipFill>
        <p:spPr>
          <a:xfrm>
            <a:off x="475655" y="25434892"/>
            <a:ext cx="4340593" cy="442110"/>
          </a:xfrm>
          <a:prstGeom prst="rect">
            <a:avLst/>
          </a:prstGeom>
        </p:spPr>
      </p:pic>
      <p:sp>
        <p:nvSpPr>
          <p:cNvPr id="167" name="Arrow: Right 166">
            <a:extLst>
              <a:ext uri="{FF2B5EF4-FFF2-40B4-BE49-F238E27FC236}">
                <a16:creationId xmlns:a16="http://schemas.microsoft.com/office/drawing/2014/main" id="{05E4843D-C15D-4BB1-8554-0085B57D2644}"/>
              </a:ext>
            </a:extLst>
          </p:cNvPr>
          <p:cNvSpPr/>
          <p:nvPr/>
        </p:nvSpPr>
        <p:spPr>
          <a:xfrm>
            <a:off x="5376935" y="25590677"/>
            <a:ext cx="409383" cy="246152"/>
          </a:xfrm>
          <a:prstGeom prst="rightArrow">
            <a:avLst>
              <a:gd name="adj1" fmla="val 50000"/>
              <a:gd name="adj2" fmla="val 6821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66"/>
          </a:p>
        </p:txBody>
      </p:sp>
    </p:spTree>
    <p:extLst>
      <p:ext uri="{BB962C8B-B14F-4D97-AF65-F5344CB8AC3E}">
        <p14:creationId xmlns:p14="http://schemas.microsoft.com/office/powerpoint/2010/main" val="6619224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147.0206"/>
  <p:tag name="ORIGINALWIDTH" val="711.8494"/>
  <p:tag name="OUTPUTTYPE" val="PNG"/>
  <p:tag name="IGUANATEXVERSION" val="160"/>
  <p:tag name="LATEXADDIN" val="\documentclass{article}&#10;\usepackage{amsmath}&#10;\pagestyle{empty}&#10;\begin{document}&#10;&#10;$&#10;\dot{\boldsymbol{r}}_{0i}^{0}(\boldsymbol{q})&#10;= \boldsymbol{A}_i \dot{\boldsymbol{q}} &#10;$&#10;&#10;&#10;\end{document}"/>
  <p:tag name="IGUANATEXSIZE" val="20"/>
  <p:tag name="IGUANATEXCURSOR" val="128"/>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600.0838"/>
  <p:tag name="ORIGINALWIDTH" val="3672.512"/>
  <p:tag name="OUTPUTTYPE" val="PNG"/>
  <p:tag name="IGUANATEXVERSION" val="160"/>
  <p:tag name="LATEXADDIN" val="\documentclass{article}&#10;\usepackage{amsmath}&#10;\pagestyle{empty}&#10;\begin{document}&#10;&#10;$&#10;\boldsymbol{R}_{i}^{0}(\boldsymbol{q})&#10;= \begin{cases}&#10;\boldsymbol{I}_{3}, &#10;&amp; i = 0. \\&#10;\displaystyle \prod_{j=1}^{i} \boldsymbol{R}_{j}^{j-1}(q_j) = \boldsymbol{R}_{1}^{0}(q_1) \boldsymbol{R}_{2}^{1}(q_2) \cdots \boldsymbol{R}_{i}^{i-1}(q_{i}),&#10;&amp; i = 1,\ldots,n.&#10;\end{cases}&#10;$&#10;&#10;&#10;\end{document}"/>
  <p:tag name="IGUANATEXSIZE" val="20"/>
  <p:tag name="IGUANATEXCURSOR" val="358"/>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126.7677"/>
  <p:tag name="ORIGINALWIDTH" val="849.1185"/>
  <p:tag name="OUTPUTTYPE" val="PNG"/>
  <p:tag name="IGUANATEXVERSION" val="160"/>
  <p:tag name="LATEXADDIN" val="\documentclass{article}&#10;\usepackage{amsmath}&#10;\pagestyle{empty}&#10;\begin{document}&#10;&#10;$&#10;\boldsymbol{X}&#10;=&#10;\left(&#10;\boldsymbol{r}_0,&#10;\boldsymbol{R}_0,&#10;\boldsymbol{q}&#10;\right)&#10;$&#10;&#10;&#10;\end{document}"/>
  <p:tag name="IGUANATEXSIZE" val="20"/>
  <p:tag name="IGUANATEXCURSOR" val="165"/>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184.5257"/>
  <p:tag name="ORIGINALWIDTH" val="1286.43"/>
  <p:tag name="OUTPUTTYPE" val="PNG"/>
  <p:tag name="IGUANATEXVERSION" val="160"/>
  <p:tag name="LATEXADDIN" val="\documentclass{article}&#10;\usepackage{amsmath}&#10;\pagestyle{empty}&#10;\begin{document}&#10;&#10;$&#10;\boldsymbol{V}&#10;= \begin{bmatrix}&#10;{\boldsymbol{v}_0}^T &amp;&#10;{\boldsymbol{\omega}_0}^T &amp;&#10;{\dot{\boldsymbol{q}}}^T&#10;\end{bmatrix}^T&#10;$&#10;&#10;&#10;\end{document}"/>
  <p:tag name="IGUANATEXSIZE" val="20"/>
  <p:tag name="IGUANATEXCURSOR" val="20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390.8046"/>
  <p:tag name="ORIGINALWIDTH" val="3325.964"/>
  <p:tag name="OUTPUTTYPE" val="PNG"/>
  <p:tag name="IGUANATEXVERSION" val="160"/>
  <p:tag name="LATEXADDIN" val="\documentclass{article}&#10;\usepackage{amsmath}&#10;\pagestyle{empty}&#10;\begin{document}&#10;&#10;$&#10;\dot{\boldsymbol{J}}_{\omega_i}^{q}(\boldsymbol{q})&#10;= \begin{cases}&#10;\boldsymbol{0}_{3 \times n},&#10;&amp; i=0.&#10;\\&#10;\begin{bmatrix}&#10;\dot{\boldsymbol{h}}_{1}^{0}&#10;&amp; \dot{\boldsymbol{h}}_{2}^{0}&#10;&amp; \cdots&#10;&amp; \dot{\boldsymbol{h}}_{i}^{0}&#10;&amp; \boldsymbol{0}_3&#10;&amp; \cdots&#10;&amp; \boldsymbol{0}_3&#10;\end{bmatrix},&#10;&amp; i=1,\ldots,n.&#10;\end{cases}&#10;$&#10;&#10;&#10;\end{document}"/>
  <p:tag name="IGUANATEXSIZE" val="20"/>
  <p:tag name="IGUANATEXCURSOR" val="134"/>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600.0838"/>
  <p:tag name="ORIGINALWIDTH" val="1804.752"/>
  <p:tag name="OUTPUTTYPE" val="PNG"/>
  <p:tag name="IGUANATEXVERSION" val="160"/>
  <p:tag name="LATEXADDIN" val="\documentclass{article}&#10;\usepackage{amsmath}&#10;\pagestyle{empty}&#10;\begin{document}&#10;&#10;$&#10;\dot{\boldsymbol{h}}_i^0 &#10;= \begin{cases}&#10;\boldsymbol{0}, &amp; i = 0, \\&#10;\displaystyle\sum_{j=1}^{i-1} \hat{\boldsymbol{h}}_j^0 \boldsymbol{h}_i^0 \dot{q}_j, &amp; i = 1,\dots,n.&#10;\end{cases}&#10;$&#10;&#10;&#10;\end{document}"/>
  <p:tag name="IGUANATEXSIZE" val="20"/>
  <p:tag name="IGUANATEXCURSOR" val="266"/>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375.8024"/>
  <p:tag name="ORIGINALWIDTH" val="2075.54"/>
  <p:tag name="OUTPUTTYPE" val="PNG"/>
  <p:tag name="IGUANATEXVERSION" val="160"/>
  <p:tag name="LATEXADDIN" val="\documentclass{article}&#10;\usepackage{amsmath}&#10;\pagestyle{empty}&#10;\begin{document}&#10;&#10;$&#10;\boldsymbol{h}_i^0(\boldsymbol{q}) &#10;= \begin{cases}&#10;\boldsymbol{0}_{3},&#10;&amp; i=0.&#10;\\&#10;\boldsymbol{R}_{i-1}^0(\boldsymbol{q}) \boldsymbol{h}_i^{i-1},&#10;&amp; i=1,\ldots,n.&#10;\end{cases}&#10;$&#10;&#10;&#10;\end{document}"/>
  <p:tag name="IGUANATEXSIZE" val="20"/>
  <p:tag name="IGUANATEXCURSOR" val="255"/>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375.8024"/>
  <p:tag name="ORIGINALWIDTH" val="1709.489"/>
  <p:tag name="OUTPUTTYPE" val="PNG"/>
  <p:tag name="IGUANATEXVERSION" val="160"/>
  <p:tag name="LATEXADDIN" val="\documentclass{article}&#10;\usepackage{amsmath}&#10;\pagestyle{empty}&#10;\begin{document}&#10;&#10;$&#10;\boldsymbol{\omega}_i^0 &#10;= \begin{cases}&#10;\boldsymbol{\omega}_0, &#10;&amp; i=0.&#10;\\&#10;\boldsymbol{\omega}_0 + \boldsymbol{\omega}_{0i}^0, &#10;&amp; i=1,\ldots,n.&#10;\end{cases}&#10;$&#10;&#10;&#10;\end{document}"/>
  <p:tag name="IGUANATEXSIZE" val="20"/>
  <p:tag name="IGUANATEXCURSOR" val="238"/>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375.8024"/>
  <p:tag name="ORIGINALWIDTH" val="1698.237"/>
  <p:tag name="OUTPUTTYPE" val="PNG"/>
  <p:tag name="IGUANATEXVERSION" val="160"/>
  <p:tag name="LATEXADDIN" val="\documentclass{article}&#10;\usepackage{amsmath}&#10;\pagestyle{empty}&#10;\begin{document}&#10;&#10;$&#10;\boldsymbol{\omega}_{0i}^0&#10;= \begin{cases}&#10;\boldsymbol{0}_{3},&#10;&amp; i=0.&#10;\\&#10;\displaystyle  \boldsymbol{J}_{\omega_i}^q(\boldsymbol{q}) \dot{\boldsymbol{q}},&#10;&amp; i=1,\ldots,n.&#10;\end{cases}&#10;$&#10;&#10;&#10;\end{document}"/>
  <p:tag name="IGUANATEXSIZE" val="20"/>
  <p:tag name="IGUANATEXCURSOR" val="170"/>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390.8046"/>
  <p:tag name="ORIGINALWIDTH" val="3721.269"/>
  <p:tag name="OUTPUTTYPE" val="PNG"/>
  <p:tag name="IGUANATEXVERSION" val="160"/>
  <p:tag name="LATEXADDIN" val="\documentclass{article}&#10;\usepackage{amsmath}&#10;\pagestyle{empty}&#10;\begin{document}&#10;&#10;$&#10;\boldsymbol{J}_{\omega_i}^q(\boldsymbol{q})&#10;= \begin{cases}&#10;\boldsymbol{0}_{3 \times n},&#10;&amp; i=0.&#10;\\&#10;\begin{bmatrix}&#10;\boldsymbol{h}_1^0(\boldsymbol{q}) &amp;&#10;\boldsymbol{h}_2^0(\boldsymbol{q}) &amp;&#10;\cdots &amp;&#10;\boldsymbol{h}_i^0(\boldsymbol{q}) &amp;&#10;\boldsymbol{0} &amp;&#10;\cdots &amp;&#10;\boldsymbol{0}&#10;\end{bmatrix},&#10;&amp; i=1,\ldots,n.&#10;\end{cases}&#10;$&#10;&#10;&#10;\end{document}"/>
  <p:tag name="IGUANATEXSIZE" val="20"/>
  <p:tag name="IGUANATEXCURSOR" val="373"/>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344.298"/>
  <p:tag name="ORIGINALWIDTH" val="1332.936"/>
  <p:tag name="OUTPUTTYPE" val="PNG"/>
  <p:tag name="IGUANATEXVERSION" val="160"/>
  <p:tag name="LATEXADDIN" val="\documentclass{article}&#10;\usepackage{amsmath}&#10;\usepackage{color}&#10;\pagestyle{empty}&#10;\begin{document}&#10;&#10;$&#10;\displaystyle&#10;\boldsymbol{r}_{0c}^{0}(\boldsymbol{q})&#10;= \frac{1}{m} \sum_{i=1}^{n} m_i \boldsymbol{r}_{0i}^{0}(\boldsymbol{q})&#10;$&#10;&#10;&#10;\end{document}"/>
  <p:tag name="IGUANATEXSIZE" val="20"/>
  <p:tag name="IGUANATEXCURSOR" val="228"/>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345.0482"/>
  <p:tag name="ORIGINALWIDTH" val="1395.195"/>
  <p:tag name="OUTPUTTYPE" val="PNG"/>
  <p:tag name="IGUANATEXVERSION" val="160"/>
  <p:tag name="LATEXADDIN" val="\documentclass{article}&#10;\usepackage{amsmath}&#10;\usepackage{color}&#10;\pagestyle{empty}&#10;\begin{document}&#10;&#10;$&#10;\color{blue}&#10;\displaystyle&#10;\boldsymbol{A}&#10;:= \dfrac{\partial \boldsymbol{r}_{0c}^{0}}{\partial \boldsymbol{q}}&#10;= \dfrac{1}{m}\sum_{i=0}^{n}m_i\boldsymbol{A}_i&#10;$&#10;&#10;&#10;\end{document}"/>
  <p:tag name="IGUANATEXSIZE" val="20"/>
  <p:tag name="IGUANATEXCURSOR" val="128"/>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150.021"/>
  <p:tag name="ORIGINALWIDTH" val="770.3575"/>
  <p:tag name="OUTPUTTYPE" val="PNG"/>
  <p:tag name="IGUANATEXVERSION" val="160"/>
  <p:tag name="LATEXADDIN" val="\documentclass{article}&#10;\usepackage{amsmath}&#10;\usepackage{color}&#10;\pagestyle{empty}&#10;\begin{document}&#10;&#10;$&#10;\color{blue}&#10;\boldsymbol{d}_i^{0}&#10;= \boldsymbol{r}_{0i}^{0}&#10;- \boldsymbol{r}_{0c}^{0}&#10;$&#10;&#10;&#10;\end{document}"/>
  <p:tag name="IGUANATEXSIZE" val="20"/>
  <p:tag name="IGUANATEXCURSOR" val="18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147.7706"/>
  <p:tag name="ORIGINALWIDTH" val="726.8514"/>
  <p:tag name="OUTPUTTYPE" val="PNG"/>
  <p:tag name="IGUANATEXVERSION" val="160"/>
  <p:tag name="LATEXADDIN" val="\documentclass{article}&#10;\usepackage{amsmath}&#10;\usepackage{color}&#10;\pagestyle{empty}&#10;\begin{document}&#10;&#10;$&#10;\color{blue}&#10;\boldsymbol{I}_{i}^{0}&#10;= \boldsymbol{R}_{i}^{0} \boldsymbol{I}_{i}^{i} \boldsymbol{R}_{0}^{i}&#10;$&#10;&#10;&#10;\end{document}"/>
  <p:tag name="IGUANATEXSIZE" val="20"/>
  <p:tag name="IGUANATEXCURSOR" val="114"/>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166.5232"/>
  <p:tag name="ORIGINALWIDTH" val="718.6003"/>
  <p:tag name="OUTPUTTYPE" val="PNG"/>
  <p:tag name="IGUANATEXVERSION" val="160"/>
  <p:tag name="LATEXADDIN" val="\documentclass{article}&#10;\usepackage{amsmath}&#10;\usepackage{color}&#10;\pagestyle{empty}&#10;\begin{document}&#10;&#10;$&#10;\color{blue}&#10;\dot{\tilde{\boldsymbol{A}}}_i &#10;= \dot{\boldsymbol{A}}_i - \dot{\boldsymbol{A}}&#10;$&#10;&#10;&#10;\end{document}"/>
  <p:tag name="IGUANATEXSIZE" val="20"/>
  <p:tag name="IGUANATEXCURSOR" val="14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137.2691"/>
  <p:tag name="ORIGINALWIDTH" val="718.6003"/>
  <p:tag name="OUTPUTTYPE" val="PNG"/>
  <p:tag name="IGUANATEXVERSION" val="160"/>
  <p:tag name="LATEXADDIN" val="\documentclass{article}&#10;\usepackage{amsmath}&#10;\usepackage{color}&#10;\pagestyle{empty}&#10;\begin{document}&#10;&#10;$&#10;\color{blue}&#10;\tilde{\boldsymbol{A}}_i&#10;= \boldsymbol{A}_i-\boldsymbol{A}&#10;$&#10;&#10;&#10;\end{document}"/>
  <p:tag name="IGUANATEXSIZE" val="20"/>
  <p:tag name="IGUANATEXCURSOR" val="173"/>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525.8234"/>
  <p:tag name="ORIGINALWIDTH" val="1249.674"/>
  <p:tag name="OUTPUTTYPE" val="PNG"/>
  <p:tag name="IGUANATEXVERSION" val="160"/>
  <p:tag name="LATEXADDIN" val="\documentclass{article}&#10;\usepackage{amsmath}&#10;\usepackage{color}&#10;\pagestyle{empty}&#10;\begin{document}&#10;&#10;$&#10;\color{blue}&#10;\tilde{\boldsymbol{C}}&#10;= \begin{bmatrix}&#10;\boldsymbol{0} &amp; \boldsymbol{0} &amp; \boldsymbol{0} \\&#10;\boldsymbol{0} &amp; \tilde{\boldsymbol{C}}_{r} &amp; \tilde{\boldsymbol{C}}_{r\rho} \\&#10;\boldsymbol{0} &amp; -\tilde{\boldsymbol{C}}_{r \rho }^T &amp; \tilde{\boldsymbol{C}}_{\rho}&#10;\end{bmatrix}&#10;$&#10;&#10;&#10;\end{document}"/>
  <p:tag name="IGUANATEXSIZE" val="20"/>
  <p:tag name="IGUANATEXCURSOR" val="13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1175.414"/>
  <p:tag name="ORIGINALWIDTH" val="3455.732"/>
  <p:tag name="OUTPUTTYPE" val="PNG"/>
  <p:tag name="IGUANATEXVERSION" val="160"/>
  <p:tag name="LATEXADDIN" val="\documentclass{article}&#10;\usepackage{amsmath}&#10;\usepackage{color}&#10;\pagestyle{empty}&#10;\begin{document}&#10;&#10;$&#10;\color{blue}&#10;\begin{aligned}&#10;\tilde{\boldsymbol{C}}_{r}&#10;&amp; = \sum_{i=0}^{n} \Bigl[&#10;m_i \boldsymbol{L}_i^T \bigl( \hat{\boldsymbol{\omega}}_0 \boldsymbol{L}_i + \dot{\boldsymbol{L}}_i \bigr)&#10;+ \boldsymbol{W}_i^T \boldsymbol{I}_i^0 \dot{\boldsymbol{W}}_i&#10;+ \boldsymbol{W}_i^T \boldsymbol{\Xi}_i \boldsymbol{W}_i \Bigr]&#10;\\&#10;\tilde{\boldsymbol{C}}_{r\rho}&#10;&amp; = \sum_{i=0}^{n} \Bigl[&#10;m_i \boldsymbol{L}_i^T \bigl( \hat{\boldsymbol{\omega}}_0 \tilde{\boldsymbol{A}}_i + \dot{\tilde{\boldsymbol{A}}}_i \bigr)&#10;+ \boldsymbol{W}_i^T \boldsymbol{I}_i^0 \dot{\boldsymbol{J}}_{\omega_i}^{q}&#10;+ \boldsymbol{W}_i^T \boldsymbol{\Xi}_i \boldsymbol{J}_{\omega_i}^{q} \Bigr]&#10;\\&#10;\tilde{\boldsymbol{C}}_{\rho}&#10;&amp; = \sum_{i=0}^{n} \Bigl[&#10;m_i \tilde{\boldsymbol{A}}_i^T \bigl( \hat{\boldsymbol{\omega}}_0 \tilde{\boldsymbol{A}}_i + \dot{\tilde{\boldsymbol{A}}}_i \bigr)&#10;+ \bigl(\boldsymbol{J}_{\omega_i}^{q}\bigr)^T \boldsymbol{I}_i^0 \dot{\boldsymbol{J}}_{\omega_i}^{q}&#10;+ \bigl(\boldsymbol{J}_{\omega_i}^{q}\bigr)^T \boldsymbol{\Xi}_i \boldsymbol{J}_{\omega_i}^{q} \Bigr]&#10;\end{aligned}&#10;$&#10;&#10;&#10;\end{document}"/>
  <p:tag name="IGUANATEXSIZE" val="20"/>
  <p:tag name="IGUANATEXCURSOR" val="75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450.8129"/>
  <p:tag name="ORIGINALWIDTH" val="663.8427"/>
  <p:tag name="OUTPUTTYPE" val="PNG"/>
  <p:tag name="IGUANATEXVERSION" val="160"/>
  <p:tag name="LATEXADDIN" val="\documentclass{article}&#10;\usepackage{amsmath}&#10;\usepackage{color}&#10;\pagestyle{empty}&#10;\begin{document}&#10;&#10;$&#10;\color{blue}&#10;\displaystyle&#10;\tilde{\boldsymbol{g}}&#10;= \begin{bmatrix} mg\boldsymbol{e}_3 \\ \boldsymbol{0} \\ \boldsymbol{0} \end{bmatrix}&#10;$&#10;&#10;&#10;\end{document}"/>
  <p:tag name="IGUANATEXSIZE" val="20"/>
  <p:tag name="IGUANATEXCURSOR" val="238"/>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566.329"/>
  <p:tag name="ORIGINALWIDTH" val="1852.759"/>
  <p:tag name="OUTPUTTYPE" val="PNG"/>
  <p:tag name="IGUANATEXVERSION" val="160"/>
  <p:tag name="LATEXADDIN" val="\documentclass{article}&#10;\usepackage{amsmath}&#10;\usepackage{color}&#10;\pagestyle{empty}&#10;\begin{document}&#10;&#10;$&#10;\color{blue}&#10;\begin{aligned}&#10;% (t,t)&#10;\tilde{\boldsymbol{M}}_{t} &#10;&amp;&#10;= m \boldsymbol{I}_3 &#10;\\&#10;% (r, r)&#10;\tilde{\boldsymbol{M}}_{r}&#10;&amp;&#10;= \sum_{i=0}^{n} \Bigl( m_i \boldsymbol{L}_i^{T} \boldsymbol{L}_i&#10;+ \boldsymbol{W}_i^{T} \boldsymbol{I}^{0}_i \boldsymbol{W}_i \Bigr)&#10;\end{aligned}&#10;$&#10;&#10;&#10;\end{document}"/>
  <p:tag name="IGUANATEXSIZE" val="20"/>
  <p:tag name="IGUANATEXCURSOR" val="365"/>
  <p:tag name="TRANSPARENCY" val="True"/>
  <p:tag name="FILENAME" val=""/>
  <p:tag name="LATEXENGINEID" val="1"/>
  <p:tag name="TEMPFOLDER" val="D:\Program Files\IguanaTex\"/>
  <p:tag name="LATEXFORMHEIGHT" val="700.5"/>
  <p:tag name="LATEXFORMWIDTH" val="670.5"/>
  <p:tag name="LATEXFORMWRAP" val="True"/>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474.8163"/>
  <p:tag name="ORIGINALWIDTH" val="1320.184"/>
  <p:tag name="OUTPUTTYPE" val="PNG"/>
  <p:tag name="IGUANATEXVERSION" val="160"/>
  <p:tag name="LATEXADDIN" val="\documentclass{article}&#10;\usepackage{amsmath}&#10;\usepackage{color}&#10;\pagestyle{empty}&#10;\begin{document}&#10;&#10;$&#10;\color{blue}&#10;\tilde{\boldsymbol{M}}&#10;= \begin{bmatrix}&#10;\tilde{\boldsymbol{M}}_{t} &amp; \boldsymbol{0} &amp; \boldsymbol{0} \\&#10;\boldsymbol{0} &amp; \tilde{\boldsymbol{M}}_{r} &amp; \boldsymbol{0} \\&#10;\boldsymbol{0} &amp; \boldsymbol{0} &amp; \tilde{\boldsymbol{M}}_{\rho}&#10;\end{bmatrix}&#10;$&#10;&#10;&#10;\end{document}"/>
  <p:tag name="IGUANATEXSIZE" val="20"/>
  <p:tag name="IGUANATEXCURSOR" val="361"/>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147.0206"/>
  <p:tag name="ORIGINALWIDTH" val="679.5948"/>
  <p:tag name="OUTPUTTYPE" val="PNG"/>
  <p:tag name="IGUANATEXVERSION" val="160"/>
  <p:tag name="LATEXADDIN" val="\documentclass{article}&#10;\usepackage{amsmath}&#10;\pagestyle{empty}&#10;\begin{document}&#10;&#10;$&#10;\dot{\boldsymbol{r}}_{0c}^{0}(\boldsymbol{q})&#10;= \boldsymbol{A} \dot{\boldsymbol{q}} &#10;$&#10;&#10;&#10;\end{document}"/>
  <p:tag name="IGUANATEXSIZE" val="20"/>
  <p:tag name="IGUANATEXCURSOR" val="145"/>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347.2985"/>
  <p:tag name="ORIGINALWIDTH" val="1395.195"/>
  <p:tag name="OUTPUTTYPE" val="PNG"/>
  <p:tag name="IGUANATEXVERSION" val="160"/>
  <p:tag name="LATEXADDIN" val="\documentclass{article}&#10;\usepackage{amsmath}&#10;\usepackage{color}&#10;\pagestyle{empty}&#10;\begin{document}&#10;&#10;$&#10;\color{blue}&#10;\displaystyle&#10;\dot{\boldsymbol{A}}&#10;:= \dfrac{\partial \dot{\boldsymbol{r}}_{0c}^0}{\partial \boldsymbol{q}}&#10;= \dfrac{1}{m}\sum_{i=0}^{n} m_i \dot{\boldsymbol{A}}_i&#10;$&#10;&#10;&#10;\end{document}"/>
  <p:tag name="IGUANATEXSIZE" val="20"/>
  <p:tag name="IGUANATEXCURSOR" val="128"/>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177.0247"/>
  <p:tag name="ORIGINALWIDTH" val="512.3215"/>
  <p:tag name="OUTPUTTYPE" val="PNG"/>
  <p:tag name="IGUANATEXVERSION" val="160"/>
  <p:tag name="LATEXADDIN" val="\documentclass{article}&#10;\usepackage{amsmath}&#10;\usepackage{color}&#10;\pagestyle{empty}&#10;\begin{document}&#10;&#10;$&#10;\color{blue}&#10;\dot{\boldsymbol{d}}_i^0 &#10;= \tilde{\boldsymbol{A}}_i \dot{\boldsymbol{q}}&#10;$&#10;&#10;&#10;\end{document}"/>
  <p:tag name="IGUANATEXSIZE" val="20"/>
  <p:tag name="IGUANATEXCURSOR" val="140"/>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1200"/>
  <p:tag name="ORIGINALHEIGHT" val="345.0482"/>
  <p:tag name="ORIGINALWIDTH" val="2044.035"/>
  <p:tag name="OUTPUTTYPE" val="PNG"/>
  <p:tag name="IGUANATEXVERSION" val="160"/>
  <p:tag name="LATEXADDIN" val="\documentclass{article}&#10;\usepackage{amsmath}&#10;\usepackage{color}&#10;\pagestyle{empty}&#10;\begin{document}&#10;&#10;$&#10;\color{blue}&#10;\begin{aligned}&#10;% (\rho, \rho)&#10;\tilde{\boldsymbol{M}}_{\rho}&#10;&amp;&#10;= \sum_{i=0}^{n} \Bigl( m_i \tilde{\boldsymbol{A}}_i^{T} \tilde{\boldsymbol{A}}_i&#10;+ \bigl(\boldsymbol{J}^{q}_{\omega_i}\bigr)^{T} \boldsymbol{I}^{0}_i \boldsymbol{J}^{q}_{\omega_i} \Bigr)&#10;\end{aligned}&#10;$&#10;&#10;&#10;\end{document}"/>
  <p:tag name="IGUANATEXSIZE" val="20"/>
  <p:tag name="IGUANATEXCURSOR" val="102"/>
  <p:tag name="TRANSPARENCY" val="True"/>
  <p:tag name="FILENAME" val=""/>
  <p:tag name="LATEXENGINEID" val="1"/>
  <p:tag name="TEMPFOLDER" val="D:\Program Files\IguanaTex\"/>
  <p:tag name="LATEXFORMHEIGHT" val="700.5"/>
  <p:tag name="LATEXFORMWIDTH" val="670.5"/>
  <p:tag name="LATEXFORMWRAP" val="True"/>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155.2717"/>
  <p:tag name="ORIGINALWIDTH" val="201.7782"/>
  <p:tag name="OUTPUTTYPE" val="PNG"/>
  <p:tag name="IGUANATEXVERSION" val="160"/>
  <p:tag name="LATEXADDIN" val="\documentclass{article}&#10;\usepackage{amsmath}&#10;\usepackage{color}&#10;\pagestyle{empty}&#10;\begin{document}&#10;&#10;$&#10;\color{blue}&#10;\tilde{\boldsymbol{M}}_{\rho}&#10;$&#10;&#10;&#10;\end{document}"/>
  <p:tag name="IGUANATEXSIZE" val="20"/>
  <p:tag name="IGUANATEXCURSOR" val="114"/>
  <p:tag name="TRANSPARENCY" val="True"/>
  <p:tag name="FILENAME" val=""/>
  <p:tag name="LATEXENGINEID" val="1"/>
  <p:tag name="TEMPFOLDER" val="D:\Program Files\IguanaTex\"/>
  <p:tag name="LATEXFORMHEIGHT" val="700.5"/>
  <p:tag name="LATEXFORMWIDTH" val="670.5"/>
  <p:tag name="LATEXFORMWRAP" val="True"/>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1200"/>
  <p:tag name="ORIGINALHEIGHT" val="345.0482"/>
  <p:tag name="ORIGINALWIDTH" val="1768.747"/>
  <p:tag name="OUTPUTTYPE" val="PNG"/>
  <p:tag name="IGUANATEXVERSION" val="160"/>
  <p:tag name="LATEXADDIN" val="\documentclass{article}&#10;\usepackage{amsmath}&#10;\usepackage{color}&#10;\pagestyle{empty}&#10;\begin{document}&#10;&#10;$&#10;\color{blue}&#10;\begin{aligned}&#10;\boldsymbol{B}&#10;= \sum_{i=0}^n \Bigl[ &#10;- m_i \boldsymbol{A}_i^T \hat{\boldsymbol{d}}_i^0 &#10;+ (\boldsymbol{J}^q_{\omega_i})^T \boldsymbol{I}_i^0 \Bigr]&#10;\end{aligned}&#10;$&#10;&#10;&#10;\end{document}"/>
  <p:tag name="IGUANATEXSIZE" val="20"/>
  <p:tag name="IGUANATEXCURSOR" val="279"/>
  <p:tag name="TRANSPARENCY" val="True"/>
  <p:tag name="FILENAME" val=""/>
  <p:tag name="LATEXENGINEID" val="1"/>
  <p:tag name="TEMPFOLDER" val="D:\Program Files\IguanaTex\"/>
  <p:tag name="LATEXFORMHEIGHT" val="700.5"/>
  <p:tag name="LATEXFORMWIDTH" val="670.5"/>
  <p:tag name="LATEXFORMWRAP" val="True"/>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1200"/>
  <p:tag name="ORIGINALHEIGHT" val="194.2771"/>
  <p:tag name="ORIGINALWIDTH" val="748.6045"/>
  <p:tag name="OUTPUTTYPE" val="PNG"/>
  <p:tag name="IGUANATEXVERSION" val="160"/>
  <p:tag name="LATEXADDIN" val="\documentclass{article}&#10;\usepackage{amsmath}&#10;\usepackage{color}&#10;\pagestyle{empty}&#10;\begin{document}&#10;&#10;$&#10;\color{blue}&#10;\boldsymbol{N}_1 = \tilde{\boldsymbol{M}}_\rho^{-1} \boldsymbol{B}&#10;$&#10;&#10;&#10;\end{document}"/>
  <p:tag name="IGUANATEXSIZE" val="20"/>
  <p:tag name="IGUANATEXCURSOR" val="181"/>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190.5266"/>
  <p:tag name="ORIGINALWIDTH" val="1680.985"/>
  <p:tag name="OUTPUTTYPE" val="PNG"/>
  <p:tag name="IGUANATEXVERSION" val="160"/>
  <p:tag name="LATEXADDIN" val="\documentclass{article}&#10;\usepackage{amsmath}&#10;\usepackage{color}&#10;\pagestyle{empty}&#10;\begin{document}&#10;&#10;$&#10;\color{blue}&#10;\dot{\boldsymbol{L}}_i&#10;= -\bigl(\dot{\boldsymbol{d}_i^0}\bigr)^\wedge&#10;- \dot{\tilde{\boldsymbol{A}}}_i \boldsymbol{N}_1&#10;- \tilde{\boldsymbol{A}}_i \dot{\boldsymbol{N}}_1&#10;$&#10;&#10;&#10;\end{document}"/>
  <p:tag name="IGUANATEXSIZE" val="20"/>
  <p:tag name="IGUANATEXCURSOR" val="13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168.7735"/>
  <p:tag name="ORIGINALWIDTH" val="1368.191"/>
  <p:tag name="OUTPUTTYPE" val="PNG"/>
  <p:tag name="IGUANATEXVERSION" val="160"/>
  <p:tag name="LATEXADDIN" val="\documentclass{article}&#10;\usepackage{amsmath}&#10;\usepackage{color}&#10;\pagestyle{empty}&#10;\begin{document}&#10;&#10;$&#10;\color{blue}&#10;\dot{\boldsymbol{W}}_i&#10;= -\dot{\boldsymbol{J}}^{q}_{\omega_i} \boldsymbol{N}_1&#10;- \boldsymbol{J}^{q}_{\omega_i} \dot{\boldsymbol{N}}_1&#10;$&#10;&#10;&#10;\end{document}"/>
  <p:tag name="IGUANATEXSIZE" val="20"/>
  <p:tag name="IGUANATEXCURSOR" val="13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180.7752"/>
  <p:tag name="ORIGINALWIDTH" val="1002.89"/>
  <p:tag name="OUTPUTTYPE" val="PNG"/>
  <p:tag name="IGUANATEXVERSION" val="160"/>
  <p:tag name="LATEXADDIN" val="\documentclass{article}&#10;\usepackage{amsmath}&#10;\usepackage{color}&#10;\pagestyle{empty}&#10;\begin{document}&#10;&#10;$&#10;\color{blue}&#10;\boldsymbol{L}_i&#10;= -\hat{\boldsymbol{d}}_i^{0}&#10;- \tilde{\boldsymbol{A}}_i \boldsymbol{N}_1&#10;$&#10;&#10;&#10;\end{document}"/>
  <p:tag name="IGUANATEXSIZE" val="20"/>
  <p:tag name="IGUANATEXCURSOR" val="205"/>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1200"/>
  <p:tag name="ORIGINALHEIGHT" val="176.2746"/>
  <p:tag name="ORIGINALWIDTH" val="746.3542"/>
  <p:tag name="OUTPUTTYPE" val="PNG"/>
  <p:tag name="IGUANATEXVERSION" val="160"/>
  <p:tag name="LATEXADDIN" val="\documentclass{article}&#10;\usepackage{amsmath}&#10;\usepackage{color}&#10;\pagestyle{empty}&#10;\begin{document}&#10;&#10;$&#10;\color{blue}&#10;\dot{\boldsymbol{I}}_i^0&#10;= \boldsymbol{\Xi}_i + \boldsymbol{\Xi}_i^T&#10;$&#10;&#10;&#10;\end{document}"/>
  <p:tag name="IGUANATEXSIZE" val="20"/>
  <p:tag name="IGUANATEXCURSOR" val="139"/>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OUTPUTDPI" val="1200"/>
  <p:tag name="ORIGINALHEIGHT" val="196.5274"/>
  <p:tag name="ORIGINALWIDTH" val="1405.696"/>
  <p:tag name="OUTPUTTYPE" val="PNG"/>
  <p:tag name="IGUANATEXVERSION" val="160"/>
  <p:tag name="LATEXADDIN" val="\documentclass{article}&#10;\usepackage{amsmath}&#10;\usepackage{color}&#10;\pagestyle{empty}&#10;\begin{document}&#10;&#10;$&#10;\color{blue}&#10;\dot{\boldsymbol{N}}_1&#10;= \tilde{\boldsymbol{M}}_{\rho}^{-1} \bigl(\dot{\boldsymbol{B}} &#10;- \dot{\tilde{\boldsymbol{M}}}_{\rho} \boldsymbol{N}_1\bigr)&#10;$&#10;&#10;&#10;\end{document}"/>
  <p:tag name="IGUANATEXSIZE" val="20"/>
  <p:tag name="IGUANATEXCURSOR" val="263"/>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34.xml><?xml version="1.0" encoding="utf-8"?>
<p:tagLst xmlns:a="http://schemas.openxmlformats.org/drawingml/2006/main" xmlns:r="http://schemas.openxmlformats.org/officeDocument/2006/relationships" xmlns:p="http://schemas.openxmlformats.org/presentationml/2006/main">
  <p:tag name="OUTPUTDPI" val="1200"/>
  <p:tag name="ORIGINALHEIGHT" val="149.2709"/>
  <p:tag name="ORIGINALWIDTH" val="999.1395"/>
  <p:tag name="OUTPUTTYPE" val="PNG"/>
  <p:tag name="IGUANATEXVERSION" val="160"/>
  <p:tag name="LATEXADDIN" val="\documentclass{article}&#10;\usepackage{amsmath}&#10;\usepackage{color}&#10;\pagestyle{empty}&#10;\begin{document}&#10;&#10;$&#10;\color{blue}&#10;\boldsymbol{\Xi}_i&#10;= \hat{\boldsymbol{\omega}}_i^0 \boldsymbol{I}_i^0&#10;+ \boldsymbol{I}_i^0 \hat{\boldsymbol{\omega}}_0&#10;$&#10;&#10;&#10;\end{document}"/>
  <p:tag name="IGUANATEXSIZE" val="20"/>
  <p:tag name="IGUANATEXCURSOR" val="233"/>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35.xml><?xml version="1.0" encoding="utf-8"?>
<p:tagLst xmlns:a="http://schemas.openxmlformats.org/drawingml/2006/main" xmlns:r="http://schemas.openxmlformats.org/officeDocument/2006/relationships" xmlns:p="http://schemas.openxmlformats.org/presentationml/2006/main">
  <p:tag name="OUTPUTDPI" val="1200"/>
  <p:tag name="ORIGINALHEIGHT" val="345.0482"/>
  <p:tag name="ORIGINALWIDTH" val="3218.699"/>
  <p:tag name="OUTPUTTYPE" val="PNG"/>
  <p:tag name="IGUANATEXVERSION" val="160"/>
  <p:tag name="LATEXADDIN" val="\documentclass{article}&#10;\usepackage{amsmath}&#10;\usepackage{color}&#10;\pagestyle{empty}&#10;\begin{document}&#10;&#10;$&#10;\color{blue}&#10;\begin{aligned}&#10;\dot{\boldsymbol{B}} &#10;= \sum_{i=0}^n \left[ -m_i \bigl( \dot{\tilde{\boldsymbol{A}}}_i^T \hat{\boldsymbol{d}}_i^0 + \tilde{\boldsymbol{A}}_i^T \bigl(\dot{\boldsymbol{d}_i^0}\bigr)^\wedge \bigr) + (\dot{\boldsymbol{J}}^q_{\omega_i})^T \boldsymbol{I}_i^0 + (\boldsymbol{J}^q_{\omega_i})^T \dot{\boldsymbol{I}}_i^0 \right]&#10;\end{aligned}&#10;$&#10;&#10;&#10;\end{document}"/>
  <p:tag name="IGUANATEXSIZE" val="20"/>
  <p:tag name="IGUANATEXCURSOR" val="152"/>
  <p:tag name="TRANSPARENCY" val="True"/>
  <p:tag name="FILENAME" val=""/>
  <p:tag name="LATEXENGINEID" val="1"/>
  <p:tag name="TEMPFOLDER" val="D:\Program Files\IguanaTex\"/>
  <p:tag name="LATEXFORMHEIGHT" val="700.5"/>
  <p:tag name="LATEXFORMWIDTH" val="670.5"/>
  <p:tag name="LATEXFORMWRAP" val="True"/>
  <p:tag name="BITMAPVECTOR" val="0"/>
</p:tagLst>
</file>

<file path=ppt/tags/tag36.xml><?xml version="1.0" encoding="utf-8"?>
<p:tagLst xmlns:a="http://schemas.openxmlformats.org/drawingml/2006/main" xmlns:r="http://schemas.openxmlformats.org/officeDocument/2006/relationships" xmlns:p="http://schemas.openxmlformats.org/presentationml/2006/main">
  <p:tag name="OUTPUTDPI" val="1200"/>
  <p:tag name="ORIGINALHEIGHT" val="345.0482"/>
  <p:tag name="ORIGINALWIDTH" val="4304.851"/>
  <p:tag name="OUTPUTTYPE" val="PNG"/>
  <p:tag name="IGUANATEXVERSION" val="160"/>
  <p:tag name="LATEXADDIN" val="\documentclass{article}&#10;\usepackage{amsmath}&#10;\usepackage{color}&#10;\pagestyle{empty}&#10;\begin{document}&#10;&#10;$&#10;\color{blue}&#10;\begin{aligned}&#10;\dot{\tilde{\boldsymbol{M}}}_\rho&#10;= \sum_{i=0}^n \Bigl[ m_i \bigl( \dot{\tilde{\boldsymbol{A}}}_i^T \tilde{\boldsymbol{A}}_i + \tilde{\boldsymbol{A}}_i^T \dot{\tilde{\boldsymbol{A}}}_i \bigr) + (\dot{\boldsymbol{J}}^q_{\omega_i})^T \boldsymbol{I}_i^0 \boldsymbol{J}^q_{\omega_i}&#10;+ (\boldsymbol{J}^q_{\omega_i})^T \dot{\boldsymbol{I}}_i^0 \boldsymbol{J}^q_{\omega_i} + (\boldsymbol{J}^q_{\omega_i})^T \boldsymbol{I}_i^0 \dot{\boldsymbol{J}}^q_{\omega_i} \Bigr] &#10;\end{aligned}&#10;$&#10;&#10;&#10;\end{document}"/>
  <p:tag name="IGUANATEXSIZE" val="20"/>
  <p:tag name="IGUANATEXCURSOR" val="164"/>
  <p:tag name="TRANSPARENCY" val="True"/>
  <p:tag name="FILENAME" val=""/>
  <p:tag name="LATEXENGINEID" val="1"/>
  <p:tag name="TEMPFOLDER" val="D:\Program Files\IguanaTex\"/>
  <p:tag name="LATEXFORMHEIGHT" val="700.5"/>
  <p:tag name="LATEXFORMWIDTH" val="670.5"/>
  <p:tag name="LATEXFORMWRAP" val="True"/>
  <p:tag name="BITMAPVECTOR" val="0"/>
</p:tagLst>
</file>

<file path=ppt/tags/tag37.xml><?xml version="1.0" encoding="utf-8"?>
<p:tagLst xmlns:a="http://schemas.openxmlformats.org/drawingml/2006/main" xmlns:r="http://schemas.openxmlformats.org/officeDocument/2006/relationships" xmlns:p="http://schemas.openxmlformats.org/presentationml/2006/main">
  <p:tag name="OUTPUTDPI" val="1200"/>
  <p:tag name="ORIGINALHEIGHT" val="139.5195"/>
  <p:tag name="ORIGINALWIDTH" val="1012.641"/>
  <p:tag name="OUTPUTTYPE" val="PNG"/>
  <p:tag name="IGUANATEXVERSION" val="160"/>
  <p:tag name="LATEXADDIN" val="\documentclass{article}&#10;\usepackage{amsmath}&#10;\usepackage{color}&#10;\pagestyle{empty}&#10;\begin{document}&#10;&#10;$&#10;\color{blue}&#10;\boldsymbol{W}_i&#10;= \boldsymbol{I}_3&#10;- \boldsymbol{J}_{\omega_i}^{q} \boldsymbol{N}_1&#10;$&#10;&#10;&#10;\end{document}"/>
  <p:tag name="IGUANATEXSIZE" val="20"/>
  <p:tag name="IGUANATEXCURSOR" val="199"/>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38.xml><?xml version="1.0" encoding="utf-8"?>
<p:tagLst xmlns:a="http://schemas.openxmlformats.org/drawingml/2006/main" xmlns:r="http://schemas.openxmlformats.org/officeDocument/2006/relationships" xmlns:p="http://schemas.openxmlformats.org/presentationml/2006/main">
  <p:tag name="OUTPUTDPI" val="1200"/>
  <p:tag name="ORIGINALHEIGHT" val="311.2935"/>
  <p:tag name="ORIGINALWIDTH" val="1960.024"/>
  <p:tag name="OUTPUTTYPE" val="PNG"/>
  <p:tag name="IGUANATEXVERSION" val="160"/>
  <p:tag name="LATEXADDIN" val="\documentclass{article}&#10;\usepackage{amsmath}&#10;\usepackage{color}&#10;\pagestyle{empty}&#10;\begin{document}&#10;&#10;$&#10;\color{blue}&#10;\boldsymbol{J}_y&#10;= \begin{bmatrix}&#10;\boldsymbol{I}_3 &amp; &#10;\boldsymbol{R}_0 \boldsymbol{L}_e &amp; &#10;\boldsymbol{R}_0 \tilde{\boldsymbol{A}}_e \\&#10;\boldsymbol{0}_{1\times 3} &amp; &#10;\boldsymbol{e}_3^T \boldsymbol{R}^e_0 \boldsymbol{W}_e &amp; &#10;\boldsymbol{e}_3^T \boldsymbol{R}^e_0 \boldsymbol{J}^q_{\omega_e}&#10;\end{bmatrix}&#10;$&#10;&#10;&#10;\end{document}"/>
  <p:tag name="IGUANATEXSIZE" val="20"/>
  <p:tag name="IGUANATEXCURSOR" val="114"/>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39.xml><?xml version="1.0" encoding="utf-8"?>
<p:tagLst xmlns:a="http://schemas.openxmlformats.org/drawingml/2006/main" xmlns:r="http://schemas.openxmlformats.org/officeDocument/2006/relationships" xmlns:p="http://schemas.openxmlformats.org/presentationml/2006/main">
  <p:tag name="OUTPUTDPI" val="1200"/>
  <p:tag name="ORIGINALHEIGHT" val="253.5354"/>
  <p:tag name="ORIGINALWIDTH" val="1202.418"/>
  <p:tag name="OUTPUTTYPE" val="PNG"/>
  <p:tag name="IGUANATEXVERSION" val="160"/>
  <p:tag name="LATEXADDIN" val="\documentclass{article}&#10;\usepackage{amsmath}&#10;\usepackage{color}&#10;\pagestyle{empty}&#10;\begin{document}&#10;&#10;$&#10;\color{blue}&#10;\boldsymbol{\Lambda}_{y} = \left( \boldsymbol{J}_{y} \tilde{\boldsymbol{M}}^{-1} \boldsymbol{J}_{y}^{T} \right)^{-1}&#10;$&#10;&#10;&#10;\end{document}"/>
  <p:tag name="IGUANATEXSIZE" val="20"/>
  <p:tag name="IGUANATEXCURSOR" val="231"/>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40.xml><?xml version="1.0" encoding="utf-8"?>
<p:tagLst xmlns:a="http://schemas.openxmlformats.org/drawingml/2006/main" xmlns:r="http://schemas.openxmlformats.org/officeDocument/2006/relationships" xmlns:p="http://schemas.openxmlformats.org/presentationml/2006/main">
  <p:tag name="OUTPUTDPI" val="1200"/>
  <p:tag name="ORIGINALHEIGHT" val="450.8129"/>
  <p:tag name="ORIGINALWIDTH" val="2894.654"/>
  <p:tag name="OUTPUTTYPE" val="PNG"/>
  <p:tag name="IGUANATEXVERSION" val="160"/>
  <p:tag name="LATEXADDIN" val="\documentclass{article}&#10;\usepackage{amsmath}&#10;\usepackage{color}&#10;\pagestyle{empty}&#10;\begin{document}&#10;&#10;$&#10;\color{blue}&#10;\dot{\boldsymbol{J}}_y&#10;= \begin{bmatrix}&#10;\boldsymbol{R}_0&#10;\begin{bmatrix} \boldsymbol{0}_{3\times3} &amp; &#10;\hat{\omega}_0 \boldsymbol{L}_e + \dot{\boldsymbol{L}}_e &amp; &#10;\hat{\omega}_0 \tilde{\boldsymbol{A}}_e + \dot{\tilde{\boldsymbol{A}}}_e &#10;\end{bmatrix} \\&#10;\boldsymbol{e}_3^T \boldsymbol{R}_0^e &#10;\begin{bmatrix} \boldsymbol{0}_{3\times3} &amp; &#10;\dot{\boldsymbol{W}}_e - \hat{\omega}_{0e}^0 \boldsymbol{W}_e &amp; &#10;\dot{\boldsymbol{J}}^q_{\omega_e} - \hat{\omega}_{0e}^0 \boldsymbol{J}^q_{\omega_e} &#10;\end{bmatrix}&#10;\end{bmatrix}&#10;$&#10;&#10;&#10;\end{document}"/>
  <p:tag name="IGUANATEXSIZE" val="20"/>
  <p:tag name="IGUANATEXCURSOR" val="630"/>
  <p:tag name="TRANSPARENCY" val="True"/>
  <p:tag name="FILENAME" val=""/>
  <p:tag name="LATEXENGINEID" val="1"/>
  <p:tag name="TEMPFOLDER" val="D:\Program Files\IguanaTex\"/>
  <p:tag name="LATEXFORMHEIGHT" val="453.5"/>
  <p:tag name="LATEXFORMWIDTH" val="463"/>
  <p:tag name="LATEXFORMWRAP" val="True"/>
  <p:tag name="BITMAPVECTOR" val="0"/>
</p:tagLst>
</file>

<file path=ppt/tags/tag41.xml><?xml version="1.0" encoding="utf-8"?>
<p:tagLst xmlns:a="http://schemas.openxmlformats.org/drawingml/2006/main" xmlns:r="http://schemas.openxmlformats.org/officeDocument/2006/relationships" xmlns:p="http://schemas.openxmlformats.org/presentationml/2006/main">
  <p:tag name="OUTPUTDPI" val="1200"/>
  <p:tag name="ORIGINALHEIGHT" val="192.7769"/>
  <p:tag name="ORIGINALWIDTH" val="921.8787"/>
  <p:tag name="OUTPUTTYPE" val="PNG"/>
  <p:tag name="IGUANATEXVERSION" val="160"/>
  <p:tag name="LATEXADDIN" val="\documentclass{article}&#10;\usepackage{amsmath}&#10;\usepackage{color}&#10;\pagestyle{empty}&#10;\begin{document}&#10;&#10;$&#10;\color{blue}&#10;\boldsymbol{J}^{\dagger}_{y}&#10;=\tilde{\boldsymbol{M}}^{-1} \boldsymbol{J}^{T}_{y} \boldsymbol{\Lambda}_y&#10;$&#10;&#10;&#10;\end{document}"/>
  <p:tag name="IGUANATEXSIZE" val="20"/>
  <p:tag name="IGUANATEXCURSOR" val="218"/>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42.xml><?xml version="1.0" encoding="utf-8"?>
<p:tagLst xmlns:a="http://schemas.openxmlformats.org/drawingml/2006/main" xmlns:r="http://schemas.openxmlformats.org/officeDocument/2006/relationships" xmlns:p="http://schemas.openxmlformats.org/presentationml/2006/main">
  <p:tag name="OUTPUTDPI" val="1200"/>
  <p:tag name="ORIGINALHEIGHT" val="255.0356"/>
  <p:tag name="ORIGINALWIDTH" val="1542.965"/>
  <p:tag name="OUTPUTTYPE" val="PNG"/>
  <p:tag name="IGUANATEXVERSION" val="160"/>
  <p:tag name="LATEXADDIN" val="\documentclass{article}&#10;\usepackage{amsmath}&#10;\usepackage{color}&#10;\pagestyle{empty}&#10;\begin{document}&#10;&#10;$&#10;\color{blue}&#10;\left(&#10;\boldsymbol{J}^{\dagger}_{y}&#10;\right)^{T}&#10;=&#10;\begin{bmatrix}&#10;\bar{\boldsymbol{J}}_{1,y} &amp;&#10;\bar{\boldsymbol{J}}_{2,y} &amp;&#10;\bar{\boldsymbol{J}}_{3,y}&#10;\end{bmatrix}&#10;$&#10;&#10;&#10;\end{document}"/>
  <p:tag name="IGUANATEXSIZE" val="20"/>
  <p:tag name="IGUANATEXCURSOR" val="279"/>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43.xml><?xml version="1.0" encoding="utf-8"?>
<p:tagLst xmlns:a="http://schemas.openxmlformats.org/drawingml/2006/main" xmlns:r="http://schemas.openxmlformats.org/officeDocument/2006/relationships" xmlns:p="http://schemas.openxmlformats.org/presentationml/2006/main">
  <p:tag name="OUTPUTDPI" val="1200"/>
  <p:tag name="ORIGINALHEIGHT" val="361.5505"/>
  <p:tag name="ORIGINALWIDTH" val="1123.657"/>
  <p:tag name="OUTPUTTYPE" val="PNG"/>
  <p:tag name="IGUANATEXVERSION" val="160"/>
  <p:tag name="LATEXADDIN" val="\documentclass{article}&#10;\usepackage{amsmath}&#10;\usepackage{color}&#10;\pagestyle{empty}&#10;\begin{document}&#10;&#10;$&#10;\displaystyle&#10;\boldsymbol{r}^{0}_{0e}(\boldsymbol{q})&#10;= \sum_{j=1}^{n} \boldsymbol{R}^{0}_{j}(\boldsymbol{q}) \boldsymbol{l}_j&#10;$&#10;&#10;&#10;\end{document}"/>
  <p:tag name="IGUANATEXSIZE" val="20"/>
  <p:tag name="IGUANATEXCURSOR" val="228"/>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44.xml><?xml version="1.0" encoding="utf-8"?>
<p:tagLst xmlns:a="http://schemas.openxmlformats.org/drawingml/2006/main" xmlns:r="http://schemas.openxmlformats.org/officeDocument/2006/relationships" xmlns:p="http://schemas.openxmlformats.org/presentationml/2006/main">
  <p:tag name="OUTPUTDPI" val="1200"/>
  <p:tag name="ORIGINALHEIGHT" val="361.5505"/>
  <p:tag name="ORIGINALWIDTH" val="3993.557"/>
  <p:tag name="OUTPUTTYPE" val="PNG"/>
  <p:tag name="IGUANATEXVERSION" val="160"/>
  <p:tag name="LATEXADDIN" val="\documentclass{article}&#10;\usepackage{amsmath}&#10;\pagestyle{empty}&#10;\begin{document}&#10;&#10;$&#10;\displaystyle&#10;\boldsymbol{R}^{0}_{e}(\boldsymbol{q})&#10;= \prod_{j=1}^{n} \boldsymbol{R}^{j-1}_{j}(q_j)&#10;= \boldsymbol{R}^{0}_{1}(q_1) \boldsymbol{R}^{1}_{2}(q_2) \cdots \boldsymbol{R}^{n-1}_{n}(q_n),&#10;\quad &#10;\left( \boldsymbol{R}^{0}_{e}(\boldsymbol{q}) = \boldsymbol{R}^{0}_{n}(\boldsymbol{q}) \right).&#10;$&#10;&#10;&#10;\end{document}"/>
  <p:tag name="IGUANATEXSIZE" val="20"/>
  <p:tag name="IGUANATEXCURSOR" val="382"/>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45.xml><?xml version="1.0" encoding="utf-8"?>
<p:tagLst xmlns:a="http://schemas.openxmlformats.org/drawingml/2006/main" xmlns:r="http://schemas.openxmlformats.org/officeDocument/2006/relationships" xmlns:p="http://schemas.openxmlformats.org/presentationml/2006/main">
  <p:tag name="OUTPUTDPI" val="1200"/>
  <p:tag name="ORIGINALHEIGHT" val="139.5195"/>
  <p:tag name="ORIGINALWIDTH" val="916.6279"/>
  <p:tag name="OUTPUTTYPE" val="PNG"/>
  <p:tag name="IGUANATEXVERSION" val="160"/>
  <p:tag name="LATEXADDIN" val="\documentclass{article}&#10;\usepackage{amsmath}&#10;\pagestyle{empty}&#10;\begin{document}&#10;&#10;$&#10;\boldsymbol{J}_{\omega_e}^{q}(\boldsymbol{q})&#10;= \boldsymbol{J}_{\omega_n}^{q}(\boldsymbol{q})&#10;$&#10;&#10;&#10;\end{document}"/>
  <p:tag name="IGUANATEXSIZE" val="20"/>
  <p:tag name="IGUANATEXCURSOR" val="155"/>
  <p:tag name="TRANSPARENCY" val="True"/>
  <p:tag name="FILENAME" val=""/>
  <p:tag name="LATEXENGINEID" val="1"/>
  <p:tag name="TEMPFOLDER" val="D:\Program Files\IguanaTex\"/>
  <p:tag name="LATEXFORMHEIGHT" val="378"/>
  <p:tag name="LATEXFORMWIDTH" val="416"/>
  <p:tag name="LATEXFORMWRAP" val="True"/>
  <p:tag name="BITMAPVECTOR" val="0"/>
</p:tagLst>
</file>

<file path=ppt/tags/tag46.xml><?xml version="1.0" encoding="utf-8"?>
<p:tagLst xmlns:a="http://schemas.openxmlformats.org/drawingml/2006/main" xmlns:r="http://schemas.openxmlformats.org/officeDocument/2006/relationships" xmlns:p="http://schemas.openxmlformats.org/presentationml/2006/main">
  <p:tag name="OUTPUTDPI" val="1200"/>
  <p:tag name="ORIGINALHEIGHT" val="168.7735"/>
  <p:tag name="ORIGINALWIDTH" val="916.6279"/>
  <p:tag name="OUTPUTTYPE" val="PNG"/>
  <p:tag name="IGUANATEXVERSION" val="160"/>
  <p:tag name="LATEXADDIN" val="\documentclass{article}&#10;\usepackage{amsmath}&#10;\pagestyle{empty}&#10;\begin{document}&#10;&#10;$&#10;\dot{\boldsymbol{J}}_{\omega_e}^{q}(\boldsymbol{q})&#10;= \dot{\boldsymbol{J}}_{\omega_n}^{q}(\boldsymbol{q})&#10;$&#10;&#10;&#10;\end{document}"/>
  <p:tag name="IGUANATEXSIZE" val="20"/>
  <p:tag name="IGUANATEXCURSOR" val="159"/>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47.xml><?xml version="1.0" encoding="utf-8"?>
<p:tagLst xmlns:a="http://schemas.openxmlformats.org/drawingml/2006/main" xmlns:r="http://schemas.openxmlformats.org/officeDocument/2006/relationships" xmlns:p="http://schemas.openxmlformats.org/presentationml/2006/main">
  <p:tag name="OUTPUTDPI" val="1200"/>
  <p:tag name="ORIGINALHEIGHT" val="137.2691"/>
  <p:tag name="ORIGINALWIDTH" val="467.3152"/>
  <p:tag name="OUTPUTTYPE" val="PNG"/>
  <p:tag name="IGUANATEXVERSION" val="160"/>
  <p:tag name="LATEXADDIN" val="\documentclass{article}&#10;\usepackage{amsmath}&#10;\pagestyle{empty}&#10;\begin{document}&#10;&#10;$&#10;\boldsymbol{\omega}_e^0&#10;= \boldsymbol{\omega}_n^0&#10;$&#10;&#10;&#10;\end{document}"/>
  <p:tag name="IGUANATEXSIZE" val="20"/>
  <p:tag name="IGUANATEXCURSOR" val="130"/>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48.xml><?xml version="1.0" encoding="utf-8"?>
<p:tagLst xmlns:a="http://schemas.openxmlformats.org/drawingml/2006/main" xmlns:r="http://schemas.openxmlformats.org/officeDocument/2006/relationships" xmlns:p="http://schemas.openxmlformats.org/presentationml/2006/main">
  <p:tag name="OUTPUTDPI" val="1200"/>
  <p:tag name="ORIGINALHEIGHT" val="138.7694"/>
  <p:tag name="ORIGINALWIDTH" val="564.0787"/>
  <p:tag name="OUTPUTTYPE" val="PNG"/>
  <p:tag name="IGUANATEXVERSION" val="160"/>
  <p:tag name="LATEXADDIN" val="\documentclass{article}&#10;\usepackage{amsmath}&#10;\pagestyle{empty}&#10;\begin{document}&#10;&#10;$&#10;\boldsymbol{\omega}_{0e}^{0}&#10;= \boldsymbol{\omega}_{0n}^{0}&#10;$&#10;&#10;&#10;\end{document}"/>
  <p:tag name="IGUANATEXSIZE" val="20"/>
  <p:tag name="IGUANATEXCURSOR" val="13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49.xml><?xml version="1.0" encoding="utf-8"?>
<p:tagLst xmlns:a="http://schemas.openxmlformats.org/drawingml/2006/main" xmlns:r="http://schemas.openxmlformats.org/officeDocument/2006/relationships" xmlns:p="http://schemas.openxmlformats.org/presentationml/2006/main">
  <p:tag name="OUTPUTDPI" val="1200"/>
  <p:tag name="ORIGINALHEIGHT" val="299.2917"/>
  <p:tag name="ORIGINALWIDTH" val="3370.22"/>
  <p:tag name="OUTPUTTYPE" val="PNG"/>
  <p:tag name="IGUANATEXVERSION" val="160"/>
  <p:tag name="LATEXADDIN" val="\documentclass{article}&#10;\usepackage{amsmath}&#10;\usepackage{color}&#10;\pagestyle{empty}&#10;\begin{document}&#10;&#10;$&#10;\color{blue}&#10;\boldsymbol{A}_e&#10;:= \dfrac{\partial \boldsymbol{r}_{0e}^{0}}{\partial \boldsymbol{q}}, \quad&#10;[\boldsymbol{A}_e]_{:,k} =&#10;\boldsymbol{h}_k^0 \times \left(\boldsymbol{r}_{0e}^0 - \boldsymbol{r}_{0,O_{k-1}}^0\right), \quad k = 1,\dots,n.&#10;$&#10;&#10;&#10;\end{document}"/>
  <p:tag name="IGUANATEXSIZE" val="20"/>
  <p:tag name="IGUANATEXCURSOR" val="348"/>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50.xml><?xml version="1.0" encoding="utf-8"?>
<p:tagLst xmlns:a="http://schemas.openxmlformats.org/drawingml/2006/main" xmlns:r="http://schemas.openxmlformats.org/officeDocument/2006/relationships" xmlns:p="http://schemas.openxmlformats.org/presentationml/2006/main">
  <p:tag name="OUTPUTDPI" val="1200"/>
  <p:tag name="ORIGINALHEIGHT" val="137.2691"/>
  <p:tag name="ORIGINALWIDTH" val="742.6036"/>
  <p:tag name="OUTPUTTYPE" val="PNG"/>
  <p:tag name="IGUANATEXVERSION" val="160"/>
  <p:tag name="LATEXADDIN" val="\documentclass{article}&#10;\usepackage{amsmath}&#10;\usepackage{color}&#10;\pagestyle{empty}&#10;\begin{document}&#10;&#10;$&#10;\color{blue}&#10;\tilde{\boldsymbol{A}}_e &#10;= \boldsymbol{A}_e - \boldsymbol{A}&#10;$&#10;&#10;&#10;\end{document}"/>
  <p:tag name="IGUANATEXSIZE" val="20"/>
  <p:tag name="IGUANATEXCURSOR" val="176"/>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51.xml><?xml version="1.0" encoding="utf-8"?>
<p:tagLst xmlns:a="http://schemas.openxmlformats.org/drawingml/2006/main" xmlns:r="http://schemas.openxmlformats.org/officeDocument/2006/relationships" xmlns:p="http://schemas.openxmlformats.org/presentationml/2006/main">
  <p:tag name="OUTPUTDPI" val="1200"/>
  <p:tag name="ORIGINALHEIGHT" val="148.5207"/>
  <p:tag name="ORIGINALWIDTH" val="782.3592"/>
  <p:tag name="OUTPUTTYPE" val="PNG"/>
  <p:tag name="IGUANATEXVERSION" val="160"/>
  <p:tag name="LATEXADDIN" val="\documentclass{article}&#10;\usepackage{amsmath}&#10;\usepackage{color}&#10;\pagestyle{empty}&#10;\begin{document}&#10;&#10;$&#10;\color{blue}&#10;\boldsymbol{d}^0_e &#10;= \boldsymbol{r}^0_{0e} - \boldsymbol{r}^0_{0c}&#10;$&#10;&#10;&#10;\end{document}"/>
  <p:tag name="IGUANATEXSIZE" val="20"/>
  <p:tag name="IGUANATEXCURSOR" val="182"/>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52.xml><?xml version="1.0" encoding="utf-8"?>
<p:tagLst xmlns:a="http://schemas.openxmlformats.org/drawingml/2006/main" xmlns:r="http://schemas.openxmlformats.org/officeDocument/2006/relationships" xmlns:p="http://schemas.openxmlformats.org/presentationml/2006/main">
  <p:tag name="OUTPUTDPI" val="1200"/>
  <p:tag name="ORIGINALHEIGHT" val="180.7752"/>
  <p:tag name="ORIGINALWIDTH" val="1026.893"/>
  <p:tag name="OUTPUTTYPE" val="PNG"/>
  <p:tag name="IGUANATEXVERSION" val="160"/>
  <p:tag name="LATEXADDIN" val="\documentclass{article}&#10;\usepackage{amsmath}&#10;\usepackage{color}&#10;\pagestyle{empty}&#10;\begin{document}&#10;&#10;$&#10;\color{blue}&#10;\boldsymbol{L}_e &#10;= -\hat{\boldsymbol{d}}^0_e &#10;- \tilde{\boldsymbol{A}}_e \boldsymbol{N}_1&#10;$&#10;&#10;&#10;\end{document}"/>
  <p:tag name="IGUANATEXSIZE" val="20"/>
  <p:tag name="IGUANATEXCURSOR" val="205"/>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53.xml><?xml version="1.0" encoding="utf-8"?>
<p:tagLst xmlns:a="http://schemas.openxmlformats.org/drawingml/2006/main" xmlns:r="http://schemas.openxmlformats.org/officeDocument/2006/relationships" xmlns:p="http://schemas.openxmlformats.org/presentationml/2006/main">
  <p:tag name="OUTPUTDPI" val="1200"/>
  <p:tag name="ORIGINALHEIGHT" val="139.5195"/>
  <p:tag name="ORIGINALWIDTH" val="1033.644"/>
  <p:tag name="OUTPUTTYPE" val="PNG"/>
  <p:tag name="IGUANATEXVERSION" val="160"/>
  <p:tag name="LATEXADDIN" val="\documentclass{article}&#10;\usepackage{amsmath}&#10;\usepackage{color}&#10;\pagestyle{empty}&#10;\begin{document}&#10;&#10;$&#10;\color{blue}&#10;\boldsymbol{W}_e &#10;= \boldsymbol{I}_3 &#10;- \boldsymbol{J}^q_{\omega_e} \boldsymbol{N}_1&#10;$&#10;&#10;&#10;\end{document}"/>
  <p:tag name="IGUANATEXSIZE" val="20"/>
  <p:tag name="IGUANATEXCURSOR" val="199"/>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54.xml><?xml version="1.0" encoding="utf-8"?>
<p:tagLst xmlns:a="http://schemas.openxmlformats.org/drawingml/2006/main" xmlns:r="http://schemas.openxmlformats.org/officeDocument/2006/relationships" xmlns:p="http://schemas.openxmlformats.org/presentationml/2006/main">
  <p:tag name="OUTPUTDPI" val="1200"/>
  <p:tag name="ORIGINALHEIGHT" val="166.5232"/>
  <p:tag name="ORIGINALWIDTH" val="742.6036"/>
  <p:tag name="OUTPUTTYPE" val="PNG"/>
  <p:tag name="IGUANATEXVERSION" val="160"/>
  <p:tag name="LATEXADDIN" val="\documentclass{article}&#10;\usepackage{amsmath}&#10;\usepackage{color}&#10;\pagestyle{empty}&#10;\begin{document}&#10;&#10;$&#10;\color{blue}&#10;\dot{\tilde{\boldsymbol{A}}}_e &#10;= \dot{\boldsymbol{A}}_e - \dot{\boldsymbol{A}}&#10;$&#10;&#10;&#10;\end{document}"/>
  <p:tag name="IGUANATEXSIZE" val="20"/>
  <p:tag name="IGUANATEXCURSOR" val="171"/>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55.xml><?xml version="1.0" encoding="utf-8"?>
<p:tagLst xmlns:a="http://schemas.openxmlformats.org/drawingml/2006/main" xmlns:r="http://schemas.openxmlformats.org/officeDocument/2006/relationships" xmlns:p="http://schemas.openxmlformats.org/presentationml/2006/main">
  <p:tag name="OUTPUTDPI" val="1200"/>
  <p:tag name="ORIGINALHEIGHT" val="177.0247"/>
  <p:tag name="ORIGINALWIDTH" val="524.3231"/>
  <p:tag name="OUTPUTTYPE" val="PNG"/>
  <p:tag name="IGUANATEXVERSION" val="160"/>
  <p:tag name="LATEXADDIN" val="\documentclass{article}&#10;\usepackage{amsmath}&#10;\usepackage{color}&#10;\pagestyle{empty}&#10;\begin{document}&#10;&#10;$&#10;\color{blue}&#10;\dot{\boldsymbol{d}}_e^0 &#10;= \tilde{\boldsymbol{A}}_e \dot{\boldsymbol{q}}&#10;$&#10;&#10;&#10;\end{document}"/>
  <p:tag name="IGUANATEXSIZE" val="20"/>
  <p:tag name="IGUANATEXCURSOR" val="16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56.xml><?xml version="1.0" encoding="utf-8"?>
<p:tagLst xmlns:a="http://schemas.openxmlformats.org/drawingml/2006/main" xmlns:r="http://schemas.openxmlformats.org/officeDocument/2006/relationships" xmlns:p="http://schemas.openxmlformats.org/presentationml/2006/main">
  <p:tag name="OUTPUTDPI" val="1200"/>
  <p:tag name="ORIGINALHEIGHT" val="190.5266"/>
  <p:tag name="ORIGINALWIDTH" val="1716.99"/>
  <p:tag name="OUTPUTTYPE" val="PNG"/>
  <p:tag name="IGUANATEXVERSION" val="160"/>
  <p:tag name="LATEXADDIN" val="\documentclass{article}&#10;\usepackage{amsmath}&#10;\usepackage{color}&#10;\pagestyle{empty}&#10;\begin{document}&#10;&#10;$&#10;\color{blue}&#10;\dot{\boldsymbol{L}}_e&#10;= -\bigl(\dot{\boldsymbol{d}_i^0}\bigr)^\wedge&#10;- \dot{\tilde{\boldsymbol{A}}}_e \boldsymbol{N}_1&#10;- \tilde{\boldsymbol{A}}_e \dot{\boldsymbol{N}}_1&#10;$&#10;&#10;&#10;\end{document}"/>
  <p:tag name="IGUANATEXSIZE" val="20"/>
  <p:tag name="IGUANATEXCURSOR" val="261"/>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57.xml><?xml version="1.0" encoding="utf-8"?>
<p:tagLst xmlns:a="http://schemas.openxmlformats.org/drawingml/2006/main" xmlns:r="http://schemas.openxmlformats.org/officeDocument/2006/relationships" xmlns:p="http://schemas.openxmlformats.org/presentationml/2006/main">
  <p:tag name="OUTPUTDPI" val="1200"/>
  <p:tag name="ORIGINALHEIGHT" val="168.7735"/>
  <p:tag name="ORIGINALWIDTH" val="1398.195"/>
  <p:tag name="OUTPUTTYPE" val="PNG"/>
  <p:tag name="IGUANATEXVERSION" val="160"/>
  <p:tag name="LATEXADDIN" val="\documentclass{article}&#10;\usepackage{amsmath}&#10;\usepackage{color}&#10;\pagestyle{empty}&#10;\begin{document}&#10;&#10;$&#10;\color{blue}&#10;\dot{\boldsymbol{W}}_e&#10;= -\dot{\boldsymbol{J}}^{q}_{\omega_e} \boldsymbol{N}_1&#10;- \boldsymbol{J}^{q}_{\omega_e} \dot{\boldsymbol{N}}_1&#10;$&#10;&#10;&#10;\end{document}"/>
  <p:tag name="IGUANATEXSIZE" val="20"/>
  <p:tag name="IGUANATEXCURSOR" val="224"/>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58.xml><?xml version="1.0" encoding="utf-8"?>
<p:tagLst xmlns:a="http://schemas.openxmlformats.org/drawingml/2006/main" xmlns:r="http://schemas.openxmlformats.org/officeDocument/2006/relationships" xmlns:p="http://schemas.openxmlformats.org/presentationml/2006/main">
  <p:tag name="OUTPUTDPI" val="1200"/>
  <p:tag name="ORIGINALHEIGHT" val="381.0532"/>
  <p:tag name="ORIGINALWIDTH" val="2011.031"/>
  <p:tag name="OUTPUTTYPE" val="PNG"/>
  <p:tag name="IGUANATEXVERSION" val="160"/>
  <p:tag name="LATEXADDIN" val="\documentclass{article}&#10;\usepackage{amsmath}&#10;\usepackage{color}&#10;\pagestyle{empty}&#10;\begin{document}&#10;&#10;$&#10;\displaystyle&#10;\boldsymbol{r}_{0,O_{i}}^0(\boldsymbol{q}) &#10;= \sum_{j=1}^{i} \boldsymbol{R}_j^0 \boldsymbol{l}_j, &#10;\quad&#10;i=0,1,\ldots,n.&#10;$&#10;&#10;&#10;\end{document}"/>
  <p:tag name="IGUANATEXSIZE" val="20"/>
  <p:tag name="IGUANATEXCURSOR" val="159"/>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59.xml><?xml version="1.0" encoding="utf-8"?>
<p:tagLst xmlns:a="http://schemas.openxmlformats.org/drawingml/2006/main" xmlns:r="http://schemas.openxmlformats.org/officeDocument/2006/relationships" xmlns:p="http://schemas.openxmlformats.org/presentationml/2006/main">
  <p:tag name="OUTPUTDPI" val="1200"/>
  <p:tag name="ORIGINALHEIGHT" val="390.8046"/>
  <p:tag name="ORIGINALWIDTH" val="3848.787"/>
  <p:tag name="OUTPUTTYPE" val="PNG"/>
  <p:tag name="IGUANATEXVERSION" val="160"/>
  <p:tag name="LATEXADDIN" val="\documentclass{article}&#10;\usepackage{amsmath}&#10;\usepackage{color}&#10;\pagestyle{empty}&#10;\begin{document}&#10;&#10;$&#10;\color{blue}&#10;\boldsymbol{A}_i&#10;:= \dfrac{\partial \boldsymbol{r}_{0i}^{0}}{\partial \boldsymbol{q}}, \quad&#10;[\boldsymbol{A}_i]_{:,k} =&#10;\begin{cases}&#10;\boldsymbol{h}_k^0 \times \left(\boldsymbol{r}_{0i}^0 - \boldsymbol{r}_{0,O_{k-1}}^0\right), &amp; k \leq i, \\&#10;\boldsymbol{0}, &amp; k &gt; i,&#10;\end{cases}&#10;\quad i=0,\ldots,n.&#10;$&#10;&#10;&#10;\end{document}"/>
  <p:tag name="IGUANATEXSIZE" val="20"/>
  <p:tag name="IGUANATEXCURSOR" val="413"/>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60.xml><?xml version="1.0" encoding="utf-8"?>
<p:tagLst xmlns:a="http://schemas.openxmlformats.org/drawingml/2006/main" xmlns:r="http://schemas.openxmlformats.org/officeDocument/2006/relationships" xmlns:p="http://schemas.openxmlformats.org/presentationml/2006/main">
  <p:tag name="OUTPUTDPI" val="1200"/>
  <p:tag name="ORIGINALHEIGHT" val="600.0838"/>
  <p:tag name="ORIGINALWIDTH" val="2179.054"/>
  <p:tag name="OUTPUTTYPE" val="PNG"/>
  <p:tag name="IGUANATEXVERSION" val="160"/>
  <p:tag name="LATEXADDIN" val="\documentclass{article}&#10;\usepackage{amsmath}&#10;\pagestyle{empty}&#10;\begin{document}&#10;&#10;$&#10;\dot{\boldsymbol{r}}_{0,O_i}^0(\boldsymbol{q}) &#10;= \begin{cases}&#10;\boldsymbol{0}, &amp; i = 0, \\&#10;\displaystyle\sum_{j=1}^{i} \hat{\boldsymbol{\omega}}_{0j}^0 \boldsymbol{R}_j^0 \boldsymbol{l}_j, &amp; i = 1,\dots,n.&#10;\end{cases}&#10;$&#10;&#10;&#10;\end{document}"/>
  <p:tag name="IGUANATEXSIZE" val="20"/>
  <p:tag name="IGUANATEXCURSOR" val="133"/>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61.xml><?xml version="1.0" encoding="utf-8"?>
<p:tagLst xmlns:a="http://schemas.openxmlformats.org/drawingml/2006/main" xmlns:r="http://schemas.openxmlformats.org/officeDocument/2006/relationships" xmlns:p="http://schemas.openxmlformats.org/presentationml/2006/main">
  <p:tag name="OUTPUTDPI" val="1200"/>
  <p:tag name="ORIGINALHEIGHT" val="450.8129"/>
  <p:tag name="ORIGINALWIDTH" val="2562.357"/>
  <p:tag name="OUTPUTTYPE" val="PNG"/>
  <p:tag name="IGUANATEXVERSION" val="160"/>
  <p:tag name="LATEXADDIN" val="\documentclass{article}&#10;\usepackage{amsmath}&#10;\pagestyle{empty}&#10;\begin{document}&#10;&#10;$&#10;\boldsymbol{r}_{0i}^0(\boldsymbol{q}) =&#10;\begin{cases}&#10;\boldsymbol{0}_3, &amp; i = 0, \\&#10;\boldsymbol{r}_{0,O_{i-1}}^0(\boldsymbol{q}) + \boldsymbol{R}_i^0(\boldsymbol{q})\dfrac{\boldsymbol{l}_i}{2}, &amp; i = 1,\dots,n.&#10;\end{cases}&#10;$&#10;&#10;&#10;\end{document}"/>
  <p:tag name="IGUANATEXSIZE" val="20"/>
  <p:tag name="IGUANATEXCURSOR" val="211"/>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62.xml><?xml version="1.0" encoding="utf-8"?>
<p:tagLst xmlns:a="http://schemas.openxmlformats.org/drawingml/2006/main" xmlns:r="http://schemas.openxmlformats.org/officeDocument/2006/relationships" xmlns:p="http://schemas.openxmlformats.org/presentationml/2006/main">
  <p:tag name="OUTPUTDPI" val="1200"/>
  <p:tag name="ORIGINALHEIGHT" val="308.293"/>
  <p:tag name="ORIGINALWIDTH" val="3792.529"/>
  <p:tag name="OUTPUTTYPE" val="PNG"/>
  <p:tag name="IGUANATEXVERSION" val="160"/>
  <p:tag name="LATEXADDIN" val="\documentclass{article}&#10;\usepackage{amsmath}&#10;\usepackage{color}&#10;\pagestyle{empty}&#10;\begin{document}&#10;&#10;$&#10;\color{blue}&#10;\dot{\boldsymbol{A}}_e&#10;:= \dfrac{\partial \dot{\boldsymbol{r}}_{0e}^{0}}{\partial \boldsymbol{q}}, \quad&#10;[\dot{\boldsymbol{A}}_e]_{:,k} =&#10;\dot{\boldsymbol{h}}_k^0 \times \left(\boldsymbol{r}_{0e}^0 - \boldsymbol{r}_{0,O_{k-1}}^0\right)&#10;+ \boldsymbol{h}_k^0 \times \left(\dot{\boldsymbol{r}}_{0e}^0 - \dot{\boldsymbol{r}}_{0,O_{k-1}}^0\right)&#10;$&#10;&#10;&#10;\end{document}"/>
  <p:tag name="IGUANATEXSIZE" val="20"/>
  <p:tag name="IGUANATEXCURSOR" val="138"/>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63.xml><?xml version="1.0" encoding="utf-8"?>
<p:tagLst xmlns:a="http://schemas.openxmlformats.org/drawingml/2006/main" xmlns:r="http://schemas.openxmlformats.org/officeDocument/2006/relationships" xmlns:p="http://schemas.openxmlformats.org/presentationml/2006/main">
  <p:tag name="OUTPUTDPI" val="1200"/>
  <p:tag name="ORIGINALHEIGHT" val="113.2658"/>
  <p:tag name="ORIGINALWIDTH" val="668.3433"/>
  <p:tag name="OUTPUTTYPE" val="PNG"/>
  <p:tag name="IGUANATEXVERSION" val="160"/>
  <p:tag name="LATEXADDIN" val="\documentclass{article}&#10;\usepackage{amsmath}&#10;\usepackage{color}&#10;\pagestyle{empty}&#10;\begin{document}&#10;&#10;$&#10;\color{blue}&#10;k = 1,\dots,n.&#10;$&#10;&#10;&#10;\end{document}"/>
  <p:tag name="IGUANATEXSIZE" val="20"/>
  <p:tag name="IGUANATEXCURSOR" val="129"/>
  <p:tag name="TRANSPARENCY" val="True"/>
  <p:tag name="FILENAME" val=""/>
  <p:tag name="LATEXENGINEID" val="1"/>
  <p:tag name="TEMPFOLDER" val="D:\Program Files\IguanaTex\"/>
  <p:tag name="LATEXFORMHEIGHT" val="448.5"/>
  <p:tag name="LATEXFORMWIDTH" val="428.5"/>
  <p:tag name="LATEXFORMWRAP" val="True"/>
  <p:tag name="BITMAPVECTOR" val="0"/>
</p:tagLst>
</file>

<file path=ppt/tags/tag64.xml><?xml version="1.0" encoding="utf-8"?>
<p:tagLst xmlns:a="http://schemas.openxmlformats.org/drawingml/2006/main" xmlns:r="http://schemas.openxmlformats.org/officeDocument/2006/relationships" xmlns:p="http://schemas.openxmlformats.org/presentationml/2006/main">
  <p:tag name="OUTPUTDPI" val="1200"/>
  <p:tag name="ORIGINALHEIGHT" val="390.8046"/>
  <p:tag name="ORIGINALWIDTH" val="4338.605"/>
  <p:tag name="OUTPUTTYPE" val="PNG"/>
  <p:tag name="IGUANATEXVERSION" val="160"/>
  <p:tag name="LATEXADDIN" val="\documentclass{article}&#10;\usepackage{amsmath}&#10;\usepackage{color}&#10;\pagestyle{empty}&#10;\begin{document}&#10;&#10;$&#10;\color{blue}&#10;\dot{\boldsymbol{A}}_i&#10;:= \dfrac{\partial \dot{\boldsymbol{r}}_{0i}^{0}}{\partial \boldsymbol{q}}, \quad&#10;[\dot{\boldsymbol{A}}_i]_{:,k}&#10;= \begin{cases}&#10;\dot{\boldsymbol{h}}_k^0 \times \left(\boldsymbol{r}_{0i}^0 - \boldsymbol{r}_{0,O_{k-1}}^0\right)&#10;+ \boldsymbol{h}_k^0 \times \left(\dot{\boldsymbol{r}}_{0i}^0 - \dot{\boldsymbol{r}}_{0,O_{k-1}}^0\right), &amp; k \leq i, \\&#10;\boldsymbol{0}, &amp; k &gt; i,&#10;\end{cases}&#10;$&#10;&#10;&#10;\end{document}"/>
  <p:tag name="IGUANATEXSIZE" val="20"/>
  <p:tag name="IGUANATEXCURSOR" val="523"/>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65.xml><?xml version="1.0" encoding="utf-8"?>
<p:tagLst xmlns:a="http://schemas.openxmlformats.org/drawingml/2006/main" xmlns:r="http://schemas.openxmlformats.org/officeDocument/2006/relationships" xmlns:p="http://schemas.openxmlformats.org/presentationml/2006/main">
  <p:tag name="OUTPUTDPI" val="1200"/>
  <p:tag name="ORIGINALHEIGHT" val="109.5153"/>
  <p:tag name="ORIGINALWIDTH" val="645.09"/>
  <p:tag name="OUTPUTTYPE" val="PNG"/>
  <p:tag name="IGUANATEXVERSION" val="160"/>
  <p:tag name="LATEXADDIN" val="\documentclass{article}&#10;\usepackage{amsmath}&#10;\usepackage{color}&#10;\pagestyle{empty}&#10;\begin{document}&#10;&#10;$&#10;\color{blue}&#10;i=0,\ldots,n.&#10;$&#10;&#10;&#10;\end{document}"/>
  <p:tag name="IGUANATEXSIZE" val="20"/>
  <p:tag name="IGUANATEXCURSOR" val="115"/>
  <p:tag name="TRANSPARENCY" val="True"/>
  <p:tag name="FILENAME" val=""/>
  <p:tag name="LATEXENGINEID" val="1"/>
  <p:tag name="TEMPFOLDER" val="D:\Program Files\IguanaTex\"/>
  <p:tag name="LATEXFORMHEIGHT" val="448.5"/>
  <p:tag name="LATEXFORMWIDTH" val="428.5"/>
  <p:tag name="LATEXFORMWRAP" val="True"/>
  <p:tag name="BITMAPVECTOR" val="0"/>
</p:tagLst>
</file>

<file path=ppt/tags/tag66.xml><?xml version="1.0" encoding="utf-8"?>
<p:tagLst xmlns:a="http://schemas.openxmlformats.org/drawingml/2006/main" xmlns:r="http://schemas.openxmlformats.org/officeDocument/2006/relationships" xmlns:p="http://schemas.openxmlformats.org/presentationml/2006/main">
  <p:tag name="OUTPUTDPI" val="1200"/>
  <p:tag name="ORIGINALHEIGHT" val="345.7983"/>
  <p:tag name="ORIGINALWIDTH" val="2098.793"/>
  <p:tag name="OUTPUTTYPE" val="PNG"/>
  <p:tag name="IGUANATEXVERSION" val="160"/>
  <p:tag name="LATEXADDIN" val="\documentclass{article}&#10;\usepackage{amsmath}&#10;\pagestyle{empty}&#10;\begin{document}&#10;&#10;$&#10;\displaystyle&#10;\boldsymbol{M}(\boldsymbol{q}) = \sum_{i=0}^{n}&#10;\left(&#10;  {\boldsymbol{J}_{v_i}^{\prime}}^T m_i \boldsymbol{J}_{v_i}^{\prime}&#10;+ \boldsymbol{J}_{\omega_i}^T \boldsymbol{I}_i^0 \boldsymbol{J}_{\omega_i}&#10;\right)&#10;$&#10;&#10;&#10;\end{document}"/>
  <p:tag name="IGUANATEXSIZE" val="20"/>
  <p:tag name="IGUANATEXCURSOR" val="96"/>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67.xml><?xml version="1.0" encoding="utf-8"?>
<p:tagLst xmlns:a="http://schemas.openxmlformats.org/drawingml/2006/main" xmlns:r="http://schemas.openxmlformats.org/officeDocument/2006/relationships" xmlns:p="http://schemas.openxmlformats.org/presentationml/2006/main">
  <p:tag name="OUTPUTDPI" val="1200"/>
  <p:tag name="ORIGINALHEIGHT" val="158.2721"/>
  <p:tag name="ORIGINALWIDTH" val="1212.169"/>
  <p:tag name="OUTPUTTYPE" val="PNG"/>
  <p:tag name="IGUANATEXVERSION" val="160"/>
  <p:tag name="LATEXADDIN" val="\documentclass{article}&#10;\usepackage{amsmath}&#10;\pagestyle{empty}&#10;\begin{document}&#10;&#10;$&#10;\boldsymbol{J}_{v_i}^{\prime}&#10;= \begin{bmatrix}&#10;\boldsymbol{I}_3 &amp; -\hat{\boldsymbol{r}}_{0i}^{0} &amp; \boldsymbol{A}_i&#10;\end{bmatrix}&#10;$&#10;&#10;&#10;\end{document}"/>
  <p:tag name="IGUANATEXSIZE" val="20"/>
  <p:tag name="IGUANATEXCURSOR" val="213"/>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68.xml><?xml version="1.0" encoding="utf-8"?>
<p:tagLst xmlns:a="http://schemas.openxmlformats.org/drawingml/2006/main" xmlns:r="http://schemas.openxmlformats.org/officeDocument/2006/relationships" xmlns:p="http://schemas.openxmlformats.org/presentationml/2006/main">
  <p:tag name="OUTPUTDPI" val="1200"/>
  <p:tag name="ORIGINALHEIGHT" val="345.7983"/>
  <p:tag name="ORIGINALWIDTH" val="1345.688"/>
  <p:tag name="OUTPUTTYPE" val="PNG"/>
  <p:tag name="IGUANATEXVERSION" val="160"/>
  <p:tag name="LATEXADDIN" val="\documentclass{article}&#10;\usepackage{amsmath}&#10;\pagestyle{empty}&#10;\begin{document}&#10;&#10;$&#10;\displaystyle&#10;\boldsymbol{g}(\boldsymbol{R}_0,\boldsymbol{q}) &#10;= \sum_{i=0}^{n} \boldsymbol{J}_{v_i}^T m_i g \boldsymbol{e}_3 &#10;$&#10;&#10;&#10;\end{document}"/>
  <p:tag name="IGUANATEXSIZE" val="20"/>
  <p:tag name="IGUANATEXCURSOR" val="96"/>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69.xml><?xml version="1.0" encoding="utf-8"?>
<p:tagLst xmlns:a="http://schemas.openxmlformats.org/drawingml/2006/main" xmlns:r="http://schemas.openxmlformats.org/officeDocument/2006/relationships" xmlns:p="http://schemas.openxmlformats.org/presentationml/2006/main">
  <p:tag name="OUTPUTDPI" val="1200"/>
  <p:tag name="ORIGINALHEIGHT" val="152.2713"/>
  <p:tag name="ORIGINALWIDTH" val="1272.928"/>
  <p:tag name="OUTPUTTYPE" val="PNG"/>
  <p:tag name="IGUANATEXVERSION" val="160"/>
  <p:tag name="LATEXADDIN" val="\documentclass{article}&#10;\usepackage{amsmath}&#10;\pagestyle{empty}&#10;\begin{document}&#10;&#10;$&#10;\boldsymbol{J}_{\omega_i}&#10;= \begin{bmatrix}&#10;\boldsymbol{0}_{3 \times 3}&#10;&amp; \boldsymbol{I}_3&#10;&amp; \boldsymbol{J}_{\omega_i}^q&#10;\end{bmatrix}&#10;$&#10;&#10;&#10;\end{document}"/>
  <p:tag name="IGUANATEXSIZE" val="20"/>
  <p:tag name="IGUANATEXCURSOR" val="204"/>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70.xml><?xml version="1.0" encoding="utf-8"?>
<p:tagLst xmlns:a="http://schemas.openxmlformats.org/drawingml/2006/main" xmlns:r="http://schemas.openxmlformats.org/officeDocument/2006/relationships" xmlns:p="http://schemas.openxmlformats.org/presentationml/2006/main">
  <p:tag name="OUTPUTDPI" val="1200"/>
  <p:tag name="ORIGINALHEIGHT" val="345.7983"/>
  <p:tag name="ORIGINALWIDTH" val="2874.401"/>
  <p:tag name="OUTPUTTYPE" val="PNG"/>
  <p:tag name="IGUANATEXVERSION" val="160"/>
  <p:tag name="LATEXADDIN" val="\documentclass{article}&#10;\usepackage{amsmath}&#10;\pagestyle{empty}&#10;\begin{document}&#10;&#10;$&#10;\displaystyle&#10;\boldsymbol{C}(\boldsymbol{q}, \boldsymbol{V})&#10;= \sum_{i=0}^{n}&#10;\left[&#10;  {\boldsymbol{J}_{v_i}^{\prime}}^T m_i \dot{\boldsymbol{J}}_{v_i}^{\prime}&#10;+ \boldsymbol{J}_{\omega_i}^T \boldsymbol{I}_i^0 \dot{\boldsymbol{J}}_{\omega_i}&#10;+ \boldsymbol{J}_{\omega_i}^{T} \boldsymbol{\Xi}_i \boldsymbol{J}_{\omega_i}&#10;\right]&#10;$&#10;&#10;&#10;\end{document}"/>
  <p:tag name="IGUANATEXSIZE" val="20"/>
  <p:tag name="IGUANATEXCURSOR" val="96"/>
  <p:tag name="TRANSPARENCY" val="True"/>
  <p:tag name="FILENAME" val=""/>
  <p:tag name="LATEXENGINEID" val="1"/>
  <p:tag name="TEMPFOLDER" val="D:\Program Files\IguanaTex\"/>
  <p:tag name="LATEXFORMHEIGHT" val="435.5"/>
  <p:tag name="LATEXFORMWIDTH" val="483"/>
  <p:tag name="LATEXFORMWRAP" val="True"/>
  <p:tag name="BITMAPVECTOR" val="0"/>
</p:tagLst>
</file>

<file path=ppt/tags/tag71.xml><?xml version="1.0" encoding="utf-8"?>
<p:tagLst xmlns:a="http://schemas.openxmlformats.org/drawingml/2006/main" xmlns:r="http://schemas.openxmlformats.org/officeDocument/2006/relationships" xmlns:p="http://schemas.openxmlformats.org/presentationml/2006/main">
  <p:tag name="OUTPUTDPI" val="1200"/>
  <p:tag name="ORIGINALHEIGHT" val="158.2721"/>
  <p:tag name="ORIGINALWIDTH" val="1398.195"/>
  <p:tag name="OUTPUTTYPE" val="PNG"/>
  <p:tag name="IGUANATEXVERSION" val="160"/>
  <p:tag name="LATEXADDIN" val="\documentclass{article}&#10;\usepackage{amsmath}&#10;\pagestyle{empty}&#10;\begin{document}&#10;&#10;$&#10;\boldsymbol{J}_{v_i}&#10;= \boldsymbol{R}_0&#10;\begin{bmatrix}&#10;\boldsymbol{I}_3 &amp; -\hat{\boldsymbol{r}}_{0i}^{0} &amp; \boldsymbol{A}_i&#10;\end{bmatrix}&#10;$&#10;&#10;&#10;\end{document}"/>
  <p:tag name="IGUANATEXSIZE" val="20"/>
  <p:tag name="IGUANATEXCURSOR" val="221"/>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72.xml><?xml version="1.0" encoding="utf-8"?>
<p:tagLst xmlns:a="http://schemas.openxmlformats.org/drawingml/2006/main" xmlns:r="http://schemas.openxmlformats.org/officeDocument/2006/relationships" xmlns:p="http://schemas.openxmlformats.org/presentationml/2006/main">
  <p:tag name="OUTPUTDPI" val="1200"/>
  <p:tag name="ORIGINALHEIGHT" val="158.2721"/>
  <p:tag name="ORIGINALWIDTH" val="1212.169"/>
  <p:tag name="OUTPUTTYPE" val="PNG"/>
  <p:tag name="IGUANATEXVERSION" val="160"/>
  <p:tag name="LATEXADDIN" val="\documentclass{article}&#10;\usepackage{amsmath}&#10;\pagestyle{empty}&#10;\begin{document}&#10;&#10;$&#10;\boldsymbol{J}_{v_i}^{\prime}&#10;= \begin{bmatrix}&#10;\boldsymbol{I}_3 &amp; -\hat{\boldsymbol{r}}_{0i}^{0} &amp; \boldsymbol{A}_i&#10;\end{bmatrix}&#10;$&#10;&#10;&#10;\end{document}"/>
  <p:tag name="IGUANATEXSIZE" val="20"/>
  <p:tag name="IGUANATEXCURSOR" val="213"/>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73.xml><?xml version="1.0" encoding="utf-8"?>
<p:tagLst xmlns:a="http://schemas.openxmlformats.org/drawingml/2006/main" xmlns:r="http://schemas.openxmlformats.org/officeDocument/2006/relationships" xmlns:p="http://schemas.openxmlformats.org/presentationml/2006/main">
  <p:tag name="OUTPUTDPI" val="1200"/>
  <p:tag name="ORIGINALHEIGHT" val="226.5316"/>
  <p:tag name="ORIGINALWIDTH" val="1409.447"/>
  <p:tag name="OUTPUTTYPE" val="PNG"/>
  <p:tag name="IGUANATEXVERSION" val="160"/>
  <p:tag name="LATEXADDIN" val="\documentclass{article}&#10;\usepackage{amsmath}&#10;\pagestyle{empty}&#10;\begin{document}&#10;&#10;$&#10;\dot{\boldsymbol{J}}_{\omega_i}&#10;= \begin{bmatrix}&#10;\boldsymbol{0}_{3 \times 3}&#10;&amp; \boldsymbol{0}_{3 \times 3}&#10;&amp; \dot{\boldsymbol{J}}_{\omega_i}^{q}&#10;\end{bmatrix}&#10;$&#10;&#10;&#10;\end{document}"/>
  <p:tag name="IGUANATEXSIZE" val="20"/>
  <p:tag name="IGUANATEXCURSOR" val="242"/>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74.xml><?xml version="1.0" encoding="utf-8"?>
<p:tagLst xmlns:a="http://schemas.openxmlformats.org/drawingml/2006/main" xmlns:r="http://schemas.openxmlformats.org/officeDocument/2006/relationships" xmlns:p="http://schemas.openxmlformats.org/presentationml/2006/main">
  <p:tag name="OUTPUTDPI" val="1200"/>
  <p:tag name="ORIGINALHEIGHT" val="226.5316"/>
  <p:tag name="ORIGINALWIDTH" val="2663.622"/>
  <p:tag name="OUTPUTTYPE" val="PNG"/>
  <p:tag name="IGUANATEXVERSION" val="160"/>
  <p:tag name="LATEXADDIN" val="\documentclass{article}&#10;\usepackage{amsmath}&#10;\pagestyle{empty}&#10;\begin{document}&#10;&#10;$&#10;\dot{\boldsymbol{J}}_{v_i}&#10;= \boldsymbol{R}_0 \begin{bmatrix}&#10;\hat{\boldsymbol{\omega}}_0 &#10;&amp; - \left( \hat{\boldsymbol{\omega}}_0 \hat{\boldsymbol{r}}_{0i}^{0} + \hat{\dot{\boldsymbol{r}}}_{0i}^{0} \right) &#10;&amp; \left( \hat{\boldsymbol{\omega}}_0 \boldsymbol{A}_i + \dot{\boldsymbol{A}}_i \right)&#10;\end{bmatrix}&#10;$&#10;&#10;&#10;\end{document}"/>
  <p:tag name="IGUANATEXSIZE" val="20"/>
  <p:tag name="IGUANATEXCURSOR" val="390"/>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75.xml><?xml version="1.0" encoding="utf-8"?>
<p:tagLst xmlns:a="http://schemas.openxmlformats.org/drawingml/2006/main" xmlns:r="http://schemas.openxmlformats.org/officeDocument/2006/relationships" xmlns:p="http://schemas.openxmlformats.org/presentationml/2006/main">
  <p:tag name="OUTPUTDPI" val="1200"/>
  <p:tag name="ORIGINALHEIGHT" val="311.2935"/>
  <p:tag name="ORIGINALWIDTH" val="1870.011"/>
  <p:tag name="OUTPUTTYPE" val="PNG"/>
  <p:tag name="IGUANATEXVERSION" val="160"/>
  <p:tag name="LATEXADDIN" val="\documentclass{article}&#10;\usepackage{amsmath}&#10;\pagestyle{empty}&#10;\begin{document}&#10;&#10;$&#10;\displaystyle&#10;\boldsymbol{J}_e &#10;= \begin{bmatrix} &#10;\boldsymbol{R}_{0}^{e} &amp; \boldsymbol{0} \\&#10;\boldsymbol{0} &amp; \boldsymbol{R}_{0}^{e} &#10;\end{bmatrix}&#10;\begin{bmatrix} \boldsymbol{I}_3 &amp; -\hat{\boldsymbol{r}}^{0}_{0e} &amp; \boldsymbol{A}_e \\ \boldsymbol{0} &amp; \boldsymbol{I}_3 &amp; \boldsymbol{J}^{q}_{\omega_e} &#10;\end{bmatrix}&#10;$&#10;&#10;&#10;\end{document}"/>
  <p:tag name="IGUANATEXSIZE" val="20"/>
  <p:tag name="IGUANATEXCURSOR" val="316"/>
  <p:tag name="TRANSPARENCY" val="True"/>
  <p:tag name="FILENAME" val=""/>
  <p:tag name="LATEXENGINEID" val="1"/>
  <p:tag name="TEMPFOLDER" val="D:\Program Files\IguanaTex\"/>
  <p:tag name="LATEXFORMHEIGHT" val="410"/>
  <p:tag name="LATEXFORMWIDTH" val="459"/>
  <p:tag name="LATEXFORMWRAP" val="True"/>
  <p:tag name="BITMAPVECTOR" val="0"/>
</p:tagLst>
</file>

<file path=ppt/tags/tag76.xml><?xml version="1.0" encoding="utf-8"?>
<p:tagLst xmlns:a="http://schemas.openxmlformats.org/drawingml/2006/main" xmlns:r="http://schemas.openxmlformats.org/officeDocument/2006/relationships" xmlns:p="http://schemas.openxmlformats.org/presentationml/2006/main">
  <p:tag name="OUTPUTDPI" val="1200"/>
  <p:tag name="ORIGINALHEIGHT" val="94.51323"/>
  <p:tag name="ORIGINALWIDTH" val="785.3596"/>
  <p:tag name="OUTPUTTYPE" val="PNG"/>
  <p:tag name="IGUANATEXVERSION" val="160"/>
  <p:tag name="LATEXADDIN" val="\documentclass{article}&#10;\usepackage{amsmath}&#10;\pagestyle{empty}&#10;\begin{document}&#10;&#10;$&#10;\boldsymbol{e}_x&#10;= \boldsymbol{x}_c - \boldsymbol{x}_{c,d}&#10;$&#10;&#10;&#10;\end{document}"/>
  <p:tag name="IGUANATEXSIZE" val="20"/>
  <p:tag name="IGUANATEXCURSOR" val="141"/>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77.xml><?xml version="1.0" encoding="utf-8"?>
<p:tagLst xmlns:a="http://schemas.openxmlformats.org/drawingml/2006/main" xmlns:r="http://schemas.openxmlformats.org/officeDocument/2006/relationships" xmlns:p="http://schemas.openxmlformats.org/presentationml/2006/main">
  <p:tag name="OUTPUTDPI" val="1200"/>
  <p:tag name="ORIGINALHEIGHT" val="126.7677"/>
  <p:tag name="ORIGINALWIDTH" val="849.1185"/>
  <p:tag name="OUTPUTTYPE" val="PNG"/>
  <p:tag name="IGUANATEXVERSION" val="160"/>
  <p:tag name="LATEXADDIN" val="\documentclass{article}&#10;\usepackage{amsmath}&#10;\pagestyle{empty}&#10;\begin{document}&#10;&#10;$&#10;\boldsymbol{X}&#10;=&#10;\left(&#10;\boldsymbol{r}_0,&#10;\boldsymbol{R}_0,&#10;\boldsymbol{q}&#10;\right)&#10;$&#10;&#10;&#10;\end{document}"/>
  <p:tag name="IGUANATEXSIZE" val="20"/>
  <p:tag name="IGUANATEXCURSOR" val="165"/>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78.xml><?xml version="1.0" encoding="utf-8"?>
<p:tagLst xmlns:a="http://schemas.openxmlformats.org/drawingml/2006/main" xmlns:r="http://schemas.openxmlformats.org/officeDocument/2006/relationships" xmlns:p="http://schemas.openxmlformats.org/presentationml/2006/main">
  <p:tag name="OUTPUTDPI" val="1200"/>
  <p:tag name="ORIGINALHEIGHT" val="184.5257"/>
  <p:tag name="ORIGINALWIDTH" val="1286.43"/>
  <p:tag name="OUTPUTTYPE" val="PNG"/>
  <p:tag name="IGUANATEXVERSION" val="160"/>
  <p:tag name="LATEXADDIN" val="\documentclass{article}&#10;\usepackage{amsmath}&#10;\pagestyle{empty}&#10;\begin{document}&#10;&#10;$&#10;\boldsymbol{V}&#10;= \begin{bmatrix}&#10;{\boldsymbol{v}_0}^T &amp;&#10;{\boldsymbol{\omega}_0}^T &amp;&#10;{\dot{\boldsymbol{q}}}^T&#10;\end{bmatrix}^T&#10;$&#10;&#10;&#10;\end{document}"/>
  <p:tag name="IGUANATEXSIZE" val="20"/>
  <p:tag name="IGUANATEXCURSOR" val="20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79.xml><?xml version="1.0" encoding="utf-8"?>
<p:tagLst xmlns:a="http://schemas.openxmlformats.org/drawingml/2006/main" xmlns:r="http://schemas.openxmlformats.org/officeDocument/2006/relationships" xmlns:p="http://schemas.openxmlformats.org/presentationml/2006/main">
  <p:tag name="OUTPUTDPI" val="1200"/>
  <p:tag name="ORIGINALHEIGHT" val="125.2675"/>
  <p:tag name="ORIGINALWIDTH" val="2031.283"/>
  <p:tag name="OUTPUTTYPE" val="PNG"/>
  <p:tag name="IGUANATEXVERSION" val="160"/>
  <p:tag name="LATEXADDIN" val="\documentclass{article}&#10;\usepackage{amsmath}&#10;\usepackage{color}&#10;\pagestyle{empty}&#10;\begin{document}&#10;&#10;$&#10;\color{blue}&#10;\boldsymbol{f}_{d}&#10;= -k_x\boldsymbol{e}_x&#10;- k_v\boldsymbol{e}_{v_x}&#10;+ m \ddot{\boldsymbol{x}}_{c,d}&#10;+ m g \boldsymbol{e}_3&#10;$&#10;&#10;&#10;\end{document}"/>
  <p:tag name="IGUANATEXSIZE" val="20"/>
  <p:tag name="IGUANATEXCURSOR" val="23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80.xml><?xml version="1.0" encoding="utf-8"?>
<p:tagLst xmlns:a="http://schemas.openxmlformats.org/drawingml/2006/main" xmlns:r="http://schemas.openxmlformats.org/officeDocument/2006/relationships" xmlns:p="http://schemas.openxmlformats.org/presentationml/2006/main">
  <p:tag name="OUTPUTDPI" val="1200"/>
  <p:tag name="ORIGINALHEIGHT" val="123.0172"/>
  <p:tag name="ORIGINALWIDTH" val="834.1164"/>
  <p:tag name="OUTPUTTYPE" val="PNG"/>
  <p:tag name="IGUANATEXVERSION" val="160"/>
  <p:tag name="LATEXADDIN" val="\documentclass{article}&#10;\usepackage{amsmath}&#10;\pagestyle{empty}&#10;\begin{document}&#10;&#10;$&#10;\boldsymbol{e}_{v_x}&#10;= \dot{\boldsymbol{x}}_c - \dot{\boldsymbol{x}}_{c,d}&#10;$&#10;&#10;&#10;\end{document}"/>
  <p:tag name="IGUANATEXSIZE" val="20"/>
  <p:tag name="IGUANATEXCURSOR" val="15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81.xml><?xml version="1.0" encoding="utf-8"?>
<p:tagLst xmlns:a="http://schemas.openxmlformats.org/drawingml/2006/main" xmlns:r="http://schemas.openxmlformats.org/officeDocument/2006/relationships" xmlns:p="http://schemas.openxmlformats.org/presentationml/2006/main">
  <p:tag name="OUTPUTDPI" val="1200"/>
  <p:tag name="ORIGINALHEIGHT" val="123.0172"/>
  <p:tag name="ORIGINALWIDTH" val="838.617"/>
  <p:tag name="OUTPUTTYPE" val="PNG"/>
  <p:tag name="IGUANATEXVERSION" val="160"/>
  <p:tag name="LATEXADDIN" val="\documentclass{article}&#10;\usepackage{amsmath}&#10;\pagestyle{empty}&#10;\begin{document}&#10;&#10;$&#10;\boldsymbol{e}_{a_x} &#10;= \ddot{\boldsymbol{x}}_c - \ddot{\boldsymbol{x}}_{c,d}&#10;$&#10;&#10;&#10;\end{document}"/>
  <p:tag name="IGUANATEXSIZE" val="20"/>
  <p:tag name="IGUANATEXCURSOR" val="160"/>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82.xml><?xml version="1.0" encoding="utf-8"?>
<p:tagLst xmlns:a="http://schemas.openxmlformats.org/drawingml/2006/main" xmlns:r="http://schemas.openxmlformats.org/officeDocument/2006/relationships" xmlns:p="http://schemas.openxmlformats.org/presentationml/2006/main">
  <p:tag name="OUTPUTDPI" val="1200"/>
  <p:tag name="ORIGINALHEIGHT" val="187.5261"/>
  <p:tag name="ORIGINALWIDTH" val="908.3768"/>
  <p:tag name="OUTPUTTYPE" val="PNG"/>
  <p:tag name="IGUANATEXVERSION" val="160"/>
  <p:tag name="LATEXADDIN" val="\documentclass{article}&#10;\usepackage{amsmath}&#10;\pagestyle{empty}&#10;\begin{document}&#10;&#10;$&#10;\boldsymbol{e}_{j_x} &#10;= {\boldsymbol{x}}_c^{(3)} - {\boldsymbol{x}}_{c,d}^{(3)}&#10;$&#10;&#10;&#10;\end{document}"/>
  <p:tag name="IGUANATEXSIZE" val="20"/>
  <p:tag name="IGUANATEXCURSOR" val="162"/>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83.xml><?xml version="1.0" encoding="utf-8"?>
<p:tagLst xmlns:a="http://schemas.openxmlformats.org/drawingml/2006/main" xmlns:r="http://schemas.openxmlformats.org/officeDocument/2006/relationships" xmlns:p="http://schemas.openxmlformats.org/presentationml/2006/main">
  <p:tag name="OUTPUTDPI" val="1200"/>
  <p:tag name="ORIGINALHEIGHT" val="149.2709"/>
  <p:tag name="ORIGINALWIDTH" val="733.6024"/>
  <p:tag name="OUTPUTTYPE" val="PNG"/>
  <p:tag name="IGUANATEXVERSION" val="160"/>
  <p:tag name="LATEXADDIN" val="\documentclass{article}&#10;\usepackage{amsmath}&#10;\usepackage{color}&#10;\pagestyle{empty}&#10;\begin{document}&#10;&#10;$&#10;\color{blue}&#10;u_1 = \boldsymbol{f}_{d}^{T} \boldsymbol{R}_0 \boldsymbol{e}_3&#10;$&#10;&#10;&#10;\end{document}"/>
  <p:tag name="IGUANATEXSIZE" val="20"/>
  <p:tag name="IGUANATEXCURSOR" val="17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84.xml><?xml version="1.0" encoding="utf-8"?>
<p:tagLst xmlns:a="http://schemas.openxmlformats.org/drawingml/2006/main" xmlns:r="http://schemas.openxmlformats.org/officeDocument/2006/relationships" xmlns:p="http://schemas.openxmlformats.org/presentationml/2006/main">
  <p:tag name="OUTPUTDPI" val="1200"/>
  <p:tag name="ORIGINALHEIGHT" val="186.7761"/>
  <p:tag name="ORIGINALWIDTH" val="1637.478"/>
  <p:tag name="OUTPUTTYPE" val="PNG"/>
  <p:tag name="IGUANATEXVERSION" val="160"/>
  <p:tag name="LATEXADDIN" val="\documentclass{article}&#10;\usepackage{amsmath}&#10;\usepackage{color}&#10;\pagestyle{empty}&#10;\begin{document}&#10;&#10;$&#10;\color{blue}&#10;\dot{\boldsymbol{f}}_{d}&#10;= -k_x \boldsymbol{e}_{v_x}&#10;- k_v \boldsymbol{e}_{a_x}&#10;+ m \boldsymbol{x}_{c,d}^{(3)}&#10;$&#10;&#10;&#10;\end{document}"/>
  <p:tag name="IGUANATEXSIZE" val="20"/>
  <p:tag name="IGUANATEXCURSOR" val="225"/>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85.xml><?xml version="1.0" encoding="utf-8"?>
<p:tagLst xmlns:a="http://schemas.openxmlformats.org/drawingml/2006/main" xmlns:r="http://schemas.openxmlformats.org/officeDocument/2006/relationships" xmlns:p="http://schemas.openxmlformats.org/presentationml/2006/main">
  <p:tag name="OUTPUTDPI" val="1200"/>
  <p:tag name="ORIGINALHEIGHT" val="291.0406"/>
  <p:tag name="ORIGINALWIDTH" val="639.0892"/>
  <p:tag name="OUTPUTTYPE" val="PNG"/>
  <p:tag name="IGUANATEXVERSION" val="160"/>
  <p:tag name="LATEXADDIN" val="\documentclass{article}&#10;\usepackage{amsmath}&#10;\usepackage{color}&#10;\pagestyle{empty}&#10;\begin{document}&#10;&#10;$&#10;\color{blue}&#10;\boldsymbol{b}_{3,c}&#10;= \dfrac{\boldsymbol{f}_d}{\|\boldsymbol{f}_d\|}&#10;$&#10;&#10;&#10;\end{document}"/>
  <p:tag name="IGUANATEXSIZE" val="20"/>
  <p:tag name="IGUANATEXCURSOR" val="203"/>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86.xml><?xml version="1.0" encoding="utf-8"?>
<p:tagLst xmlns:a="http://schemas.openxmlformats.org/drawingml/2006/main" xmlns:r="http://schemas.openxmlformats.org/officeDocument/2006/relationships" xmlns:p="http://schemas.openxmlformats.org/presentationml/2006/main">
  <p:tag name="OUTPUTDPI" val="1200"/>
  <p:tag name="ORIGINALHEIGHT" val="193.527"/>
  <p:tag name="ORIGINALWIDTH" val="1673.484"/>
  <p:tag name="OUTPUTTYPE" val="PNG"/>
  <p:tag name="IGUANATEXVERSION" val="160"/>
  <p:tag name="LATEXADDIN" val="\documentclass{article}&#10;\usepackage{amsmath}&#10;\usepackage{color}&#10;\pagestyle{empty}&#10;\begin{document}&#10;&#10;$&#10;\color{blue}&#10;\dot{\boldsymbol{\omega}}_{0,c}&#10;= \bigl( \dot{\boldsymbol{R}}_{0,c}^{T} \dot{\boldsymbol{R}}_{0,c}&#10;+ \boldsymbol{R}_{0,c}^{T} \ddot{\boldsymbol{R}}_{0,c}&#10;\bigr)^{\vee}&#10;$&#10;&#10;&#10;\end{document}"/>
  <p:tag name="IGUANATEXSIZE" val="20"/>
  <p:tag name="IGUANATEXCURSOR" val="282"/>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87.xml><?xml version="1.0" encoding="utf-8"?>
<p:tagLst xmlns:a="http://schemas.openxmlformats.org/drawingml/2006/main" xmlns:r="http://schemas.openxmlformats.org/officeDocument/2006/relationships" xmlns:p="http://schemas.openxmlformats.org/presentationml/2006/main">
  <p:tag name="OUTPUTDPI" val="1200"/>
  <p:tag name="ORIGINALHEIGHT" val="165.023"/>
  <p:tag name="ORIGINALWIDTH" val="992.3885"/>
  <p:tag name="OUTPUTTYPE" val="PNG"/>
  <p:tag name="IGUANATEXVERSION" val="160"/>
  <p:tag name="LATEXADDIN" val="\documentclass{article}&#10;\usepackage{amsmath}&#10;\usepackage{color}&#10;\pagestyle{empty}&#10;\begin{document}&#10;&#10;$&#10;\color{blue}&#10;\boldsymbol{P}_1 = \boldsymbol{I}_3 - \boldsymbol{b}_{3,c} \boldsymbol{b}_{3,c}^{T}&#10;$&#10;&#10;&#10;\end{document}"/>
  <p:tag name="IGUANATEXSIZE" val="20"/>
  <p:tag name="IGUANATEXCURSOR" val="21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88.xml><?xml version="1.0" encoding="utf-8"?>
<p:tagLst xmlns:a="http://schemas.openxmlformats.org/drawingml/2006/main" xmlns:r="http://schemas.openxmlformats.org/officeDocument/2006/relationships" xmlns:p="http://schemas.openxmlformats.org/presentationml/2006/main">
  <p:tag name="OUTPUTDPI" val="1200"/>
  <p:tag name="ORIGINALHEIGHT" val="286.54"/>
  <p:tag name="ORIGINALWIDTH" val="802.6121"/>
  <p:tag name="OUTPUTTYPE" val="PNG"/>
  <p:tag name="IGUANATEXVERSION" val="160"/>
  <p:tag name="LATEXADDIN" val="\documentclass{article}&#10;\usepackage{amsmath}&#10;\usepackage{color}&#10;\pagestyle{empty}&#10;\begin{document}&#10;&#10;$&#10;\color{blue}&#10;\dot{\boldsymbol{b}}_{1,c}&#10;= \dfrac{1}{\|\boldsymbol{s}\|} \boldsymbol{P}_2 \dot{\boldsymbol{s}}&#10;$&#10;&#10;&#10;\end{document}"/>
  <p:tag name="IGUANATEXSIZE" val="20"/>
  <p:tag name="IGUANATEXCURSOR" val="146"/>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89.xml><?xml version="1.0" encoding="utf-8"?>
<p:tagLst xmlns:a="http://schemas.openxmlformats.org/drawingml/2006/main" xmlns:r="http://schemas.openxmlformats.org/officeDocument/2006/relationships" xmlns:p="http://schemas.openxmlformats.org/presentationml/2006/main">
  <p:tag name="OUTPUTDPI" val="1200"/>
  <p:tag name="ORIGINALHEIGHT" val="259.5362"/>
  <p:tag name="ORIGINALWIDTH" val="562.5785"/>
  <p:tag name="OUTPUTTYPE" val="PNG"/>
  <p:tag name="IGUANATEXVERSION" val="160"/>
  <p:tag name="LATEXADDIN" val="\documentclass{article}&#10;\usepackage{amsmath}&#10;\usepackage{color}&#10;\pagestyle{empty}&#10;\begin{document}&#10;&#10;$&#10;\color{blue}&#10;\boldsymbol{b}_{1,c}&#10;= \dfrac{\boldsymbol{s}}{\|\boldsymbol{s}\|}&#10;$&#10;&#10;&#10;\end{document}"/>
  <p:tag name="IGUANATEXSIZE" val="20"/>
  <p:tag name="IGUANATEXCURSOR" val="140"/>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90.xml><?xml version="1.0" encoding="utf-8"?>
<p:tagLst xmlns:a="http://schemas.openxmlformats.org/drawingml/2006/main" xmlns:r="http://schemas.openxmlformats.org/officeDocument/2006/relationships" xmlns:p="http://schemas.openxmlformats.org/presentationml/2006/main">
  <p:tag name="OUTPUTDPI" val="1200"/>
  <p:tag name="ORIGINALHEIGHT" val="154.5216"/>
  <p:tag name="ORIGINALWIDTH" val="1585.721"/>
  <p:tag name="OUTPUTTYPE" val="PNG"/>
  <p:tag name="IGUANATEXVERSION" val="160"/>
  <p:tag name="LATEXADDIN" val="\documentclass{article}&#10;\usepackage{amsmath}&#10;\usepackage{color}&#10;\pagestyle{empty}&#10;\begin{document}&#10;&#10;$&#10;\color{blue}&#10;\dot{\boldsymbol{b}}_{2,c}&#10;= \dot{\boldsymbol{b}}_{3,c} \times \boldsymbol{b}_{1,c} &#10;+ \boldsymbol{b}_{3,c} \times \dot{\boldsymbol{b}}_{1,c}&#10;$&#10;&#10;&#10;\end{document}"/>
  <p:tag name="IGUANATEXSIZE" val="20"/>
  <p:tag name="IGUANATEXCURSOR" val="256"/>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91.xml><?xml version="1.0" encoding="utf-8"?>
<p:tagLst xmlns:a="http://schemas.openxmlformats.org/drawingml/2006/main" xmlns:r="http://schemas.openxmlformats.org/officeDocument/2006/relationships" xmlns:p="http://schemas.openxmlformats.org/presentationml/2006/main">
  <p:tag name="OUTPUTDPI" val="1200"/>
  <p:tag name="ORIGINALHEIGHT" val="161.2725"/>
  <p:tag name="ORIGINALWIDTH" val="1314.183"/>
  <p:tag name="OUTPUTTYPE" val="PNG"/>
  <p:tag name="IGUANATEXVERSION" val="160"/>
  <p:tag name="LATEXADDIN" val="\documentclass{article}&#10;\usepackage{amsmath}&#10;\usepackage{color}&#10;\pagestyle{empty}&#10;\begin{document}&#10;&#10;$&#10;\color{blue}&#10;\dot{\boldsymbol{R}}_{0,c}&#10;= \begin{bmatrix}&#10;\dot{\boldsymbol{b}}_{1,c} &amp;&#10;\dot{\boldsymbol{b}}_{2,c} &amp;&#10;\dot{\boldsymbol{b}}_{3,c}&#10;\end{bmatrix}&#10;$&#10;&#10;&#10;\end{document}"/>
  <p:tag name="IGUANATEXSIZE" val="20"/>
  <p:tag name="IGUANATEXCURSOR" val="258"/>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92.xml><?xml version="1.0" encoding="utf-8"?>
<p:tagLst xmlns:a="http://schemas.openxmlformats.org/drawingml/2006/main" xmlns:r="http://schemas.openxmlformats.org/officeDocument/2006/relationships" xmlns:p="http://schemas.openxmlformats.org/presentationml/2006/main">
  <p:tag name="OUTPUTDPI" val="1200"/>
  <p:tag name="ORIGINALHEIGHT" val="161.2725"/>
  <p:tag name="ORIGINALWIDTH" val="1314.183"/>
  <p:tag name="OUTPUTTYPE" val="PNG"/>
  <p:tag name="IGUANATEXVERSION" val="160"/>
  <p:tag name="LATEXADDIN" val="\documentclass{article}&#10;\usepackage{amsmath}&#10;\usepackage{color}&#10;\pagestyle{empty}&#10;\begin{document}&#10;&#10;$&#10;\color{blue}&#10;\ddot{\boldsymbol{R}}_{0,c}&#10;= \begin{bmatrix}&#10;\ddot{\boldsymbol{b}}_{1,c} &amp;&#10;\ddot{\boldsymbol{b}}_{2,c} &amp;&#10;\ddot{\boldsymbol{b}}_{3,c}&#10;\end{bmatrix}&#10;$&#10;&#10;&#10;\end{document}"/>
  <p:tag name="IGUANATEXSIZE" val="20"/>
  <p:tag name="IGUANATEXCURSOR" val="262"/>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93.xml><?xml version="1.0" encoding="utf-8"?>
<p:tagLst xmlns:a="http://schemas.openxmlformats.org/drawingml/2006/main" xmlns:r="http://schemas.openxmlformats.org/officeDocument/2006/relationships" xmlns:p="http://schemas.openxmlformats.org/presentationml/2006/main">
  <p:tag name="OUTPUTDPI" val="1200"/>
  <p:tag name="ORIGINALHEIGHT" val="194.2771"/>
  <p:tag name="ORIGINALWIDTH" val="1452.953"/>
  <p:tag name="OUTPUTTYPE" val="PNG"/>
  <p:tag name="IGUANATEXVERSION" val="160"/>
  <p:tag name="LATEXADDIN" val="\documentclass{article}&#10;\usepackage{amsmath}&#10;\usepackage{color}&#10;\pagestyle{empty}&#10;\begin{document}&#10;&#10;$&#10;\color{blue}&#10;\dot{\boldsymbol{P}_1}&#10;= -\bigl( \dot{\boldsymbol{b}}_{3,c}\boldsymbol{b}_{3,c}^{T} &#10;+ \boldsymbol{b}_{3,c}\dot{\boldsymbol{b}}_{3,c}^{T} \bigr)&#10;$&#10;&#10;&#10;\end{document}"/>
  <p:tag name="IGUANATEXSIZE" val="20"/>
  <p:tag name="IGUANATEXCURSOR" val="259"/>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94.xml><?xml version="1.0" encoding="utf-8"?>
<p:tagLst xmlns:a="http://schemas.openxmlformats.org/drawingml/2006/main" xmlns:r="http://schemas.openxmlformats.org/officeDocument/2006/relationships" xmlns:p="http://schemas.openxmlformats.org/presentationml/2006/main">
  <p:tag name="OUTPUTDPI" val="1200"/>
  <p:tag name="ORIGINALHEIGHT" val="194.2771"/>
  <p:tag name="ORIGINALWIDTH" val="2046.286"/>
  <p:tag name="OUTPUTTYPE" val="PNG"/>
  <p:tag name="IGUANATEXVERSION" val="160"/>
  <p:tag name="LATEXADDIN" val="\documentclass{article}&#10;\usepackage{amsmath}&#10;\usepackage{color}&#10;\pagestyle{empty}&#10;\begin{document}&#10;&#10;$&#10;\color{blue}&#10;\ddot{\boldsymbol{P}}_1&#10;= -( \ddot{\boldsymbol{b}}_{3,c}\boldsymbol{b}_{3,c}^{T}&#10;+ 2\dot{\boldsymbol{b}}_{3,c}\dot{\boldsymbol{b}}_{3,c}^{T}&#10;+ \boldsymbol{b}_{3,c}\ddot{\boldsymbol{b}}_{3,c}^{T} )&#10;$&#10;&#10;&#10;\end{document}"/>
  <p:tag name="IGUANATEXSIZE" val="20"/>
  <p:tag name="IGUANATEXCURSOR" val="311"/>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95.xml><?xml version="1.0" encoding="utf-8"?>
<p:tagLst xmlns:a="http://schemas.openxmlformats.org/drawingml/2006/main" xmlns:r="http://schemas.openxmlformats.org/officeDocument/2006/relationships" xmlns:p="http://schemas.openxmlformats.org/presentationml/2006/main">
  <p:tag name="OUTPUTDPI" val="1200"/>
  <p:tag name="ORIGINALHEIGHT" val="154.5216"/>
  <p:tag name="ORIGINALWIDTH" val="1107.905"/>
  <p:tag name="OUTPUTTYPE" val="PNG"/>
  <p:tag name="IGUANATEXVERSION" val="160"/>
  <p:tag name="LATEXADDIN" val="\documentclass{article}&#10;\usepackage{amsmath}&#10;\usepackage{color}&#10;\pagestyle{empty}&#10;\begin{document}&#10;&#10;$&#10;\color{blue}&#10;\dot{\boldsymbol{s}}&#10;= \dot{\boldsymbol{P}_1} \boldsymbol{b}_{1,d} + \boldsymbol{P}_1 \dot{\boldsymbol{b}}_{1,d}&#10;$&#10;&#10;&#10;\end{document}"/>
  <p:tag name="IGUANATEXSIZE" val="20"/>
  <p:tag name="IGUANATEXCURSOR" val="22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96.xml><?xml version="1.0" encoding="utf-8"?>
<p:tagLst xmlns:a="http://schemas.openxmlformats.org/drawingml/2006/main" xmlns:r="http://schemas.openxmlformats.org/officeDocument/2006/relationships" xmlns:p="http://schemas.openxmlformats.org/presentationml/2006/main">
  <p:tag name="OUTPUTDPI" val="1200"/>
  <p:tag name="ORIGINALHEIGHT" val="124.5174"/>
  <p:tag name="ORIGINALWIDTH" val="587.332"/>
  <p:tag name="OUTPUTTYPE" val="PNG"/>
  <p:tag name="IGUANATEXVERSION" val="160"/>
  <p:tag name="LATEXADDIN" val="\documentclass{article}&#10;\usepackage{amsmath}&#10;\usepackage{color}&#10;\pagestyle{empty}&#10;\begin{document}&#10;&#10;$&#10;\color{blue}&#10;\boldsymbol{s}&#10;= \boldsymbol{P}_1\boldsymbol{b}_{1,d}&#10;$&#10;&#10;&#10;\end{document}"/>
  <p:tag name="IGUANATEXSIZE" val="20"/>
  <p:tag name="IGUANATEXCURSOR" val="168"/>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97.xml><?xml version="1.0" encoding="utf-8"?>
<p:tagLst xmlns:a="http://schemas.openxmlformats.org/drawingml/2006/main" xmlns:r="http://schemas.openxmlformats.org/officeDocument/2006/relationships" xmlns:p="http://schemas.openxmlformats.org/presentationml/2006/main">
  <p:tag name="OUTPUTDPI" val="1200"/>
  <p:tag name="ORIGINALHEIGHT" val="331.5463"/>
  <p:tag name="ORIGINALWIDTH" val="2412.337"/>
  <p:tag name="OUTPUTTYPE" val="PNG"/>
  <p:tag name="IGUANATEXVERSION" val="160"/>
  <p:tag name="LATEXADDIN" val="\documentclass{article}&#10;\usepackage{amsmath}&#10;\usepackage{color}&#10;\pagestyle{empty}&#10;\begin{document}&#10;&#10;$&#10;\color{blue}&#10;\ddot{\boldsymbol{b}}_{3,c}&#10;= \dfrac{1}{\|\boldsymbol{f}_{d}\|} \left( \dot{\boldsymbol{P}}_1 \dot{\boldsymbol{f}}_{d} + \boldsymbol{P}_1 \ddot{\boldsymbol{f}}_{d} \right)&#10;- \dfrac{ \boldsymbol{b}_{3,c}^{T}\dot{\boldsymbol{f}}_{d} }{ \|\boldsymbol{f}_{d}\|^2 } \boldsymbol{P}_1\dot{\boldsymbol{f}}_{d}&#10;$&#10;&#10;&#10;\end{document}"/>
  <p:tag name="IGUANATEXSIZE" val="20"/>
  <p:tag name="IGUANATEXCURSOR" val="291"/>
  <p:tag name="TRANSPARENCY" val="True"/>
  <p:tag name="FILENAME" val=""/>
  <p:tag name="LATEXENGINEID" val="1"/>
  <p:tag name="TEMPFOLDER" val="D:\Program Files\IguanaTex\"/>
  <p:tag name="LATEXFORMHEIGHT" val="317"/>
  <p:tag name="LATEXFORMWIDTH" val="385"/>
  <p:tag name="LATEXFORMWRAP" val="True"/>
  <p:tag name="BITMAPVECTOR" val="0"/>
</p:tagLst>
</file>

<file path=ppt/tags/tag98.xml><?xml version="1.0" encoding="utf-8"?>
<p:tagLst xmlns:a="http://schemas.openxmlformats.org/drawingml/2006/main" xmlns:r="http://schemas.openxmlformats.org/officeDocument/2006/relationships" xmlns:p="http://schemas.openxmlformats.org/presentationml/2006/main">
  <p:tag name="OUTPUTDPI" val="1200"/>
  <p:tag name="ORIGINALHEIGHT" val="187.5261"/>
  <p:tag name="ORIGINALWIDTH" val="1137.909"/>
  <p:tag name="OUTPUTTYPE" val="PNG"/>
  <p:tag name="IGUANATEXVERSION" val="160"/>
  <p:tag name="LATEXADDIN" val="\documentclass{article}&#10;\usepackage{amsmath}&#10;\pagestyle{empty}&#10;\begin{document}&#10;&#10;$&#10;\boldsymbol{x}_{c,d},~&#10;\dot{\boldsymbol{x}}_{c,d},~&#10;\ddot{\boldsymbol{x}}_{c,d},~&#10;\boldsymbol{x}_{c,d}^{(3)}&#10;$&#10;&#10;&#10;\end{document}"/>
  <p:tag name="IGUANATEXSIZE" val="20"/>
  <p:tag name="IGUANATEXCURSOR" val="190"/>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99.xml><?xml version="1.0" encoding="utf-8"?>
<p:tagLst xmlns:a="http://schemas.openxmlformats.org/drawingml/2006/main" xmlns:r="http://schemas.openxmlformats.org/officeDocument/2006/relationships" xmlns:p="http://schemas.openxmlformats.org/presentationml/2006/main">
  <p:tag name="OUTPUTDPI" val="1200"/>
  <p:tag name="ORIGINALHEIGHT" val="154.5216"/>
  <p:tag name="ORIGINALWIDTH" val="788.36"/>
  <p:tag name="OUTPUTTYPE" val="PNG"/>
  <p:tag name="IGUANATEXVERSION" val="160"/>
  <p:tag name="LATEXADDIN" val="\documentclass{article}&#10;\usepackage{amsmath}&#10;\pagestyle{empty}&#10;\begin{document}&#10;&#10;$&#10;\boldsymbol{b}_{1,d},~&#10;\dot{\boldsymbol{b}}_{1,d},~&#10;\ddot{\boldsymbol{b}}_{1,d}&#10;$&#10;&#10;&#10;\end{document}"/>
  <p:tag name="IGUANATEXSIZE" val="20"/>
  <p:tag name="IGUANATEXCURSOR" val="162"/>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00.xml><?xml version="1.0" encoding="utf-8"?>
<p:tagLst xmlns:a="http://schemas.openxmlformats.org/drawingml/2006/main" xmlns:r="http://schemas.openxmlformats.org/officeDocument/2006/relationships" xmlns:p="http://schemas.openxmlformats.org/presentationml/2006/main">
  <p:tag name="OUTPUTDPI" val="1200"/>
  <p:tag name="ORIGINALHEIGHT" val="286.54"/>
  <p:tag name="ORIGINALWIDTH" val="954.1332"/>
  <p:tag name="OUTPUTTYPE" val="PNG"/>
  <p:tag name="IGUANATEXVERSION" val="160"/>
  <p:tag name="LATEXADDIN" val="\documentclass{article}&#10;\usepackage{amsmath}&#10;\usepackage{color}&#10;\pagestyle{empty}&#10;\begin{document}&#10;&#10;$&#10;\color{blue}&#10;\dot{\boldsymbol{b}}_{3,c}&#10;= \dfrac{1}{\|\boldsymbol{f}_{d}\|} &#10;\boldsymbol{P}_1 \dot{\boldsymbol{f}}_d&#10;$&#10;&#10;&#10;\end{document}"/>
  <p:tag name="IGUANATEXSIZE" val="20"/>
  <p:tag name="IGUANATEXCURSOR" val="146"/>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01.xml><?xml version="1.0" encoding="utf-8"?>
<p:tagLst xmlns:a="http://schemas.openxmlformats.org/drawingml/2006/main" xmlns:r="http://schemas.openxmlformats.org/officeDocument/2006/relationships" xmlns:p="http://schemas.openxmlformats.org/presentationml/2006/main">
  <p:tag name="OUTPUTDPI" val="1200"/>
  <p:tag name="ORIGINALHEIGHT" val="186.7761"/>
  <p:tag name="ORIGINALWIDTH" val="1628.477"/>
  <p:tag name="OUTPUTTYPE" val="PNG"/>
  <p:tag name="IGUANATEXVERSION" val="160"/>
  <p:tag name="LATEXADDIN" val="\documentclass{article}&#10;\usepackage{amsmath}&#10;\usepackage{color}&#10;\pagestyle{empty}&#10;\begin{document}&#10;&#10;$&#10;\color{blue}&#10;\ddot{\boldsymbol{f}}_{d}&#10;= -k_x \boldsymbol{e}_{a_x}&#10;- k_v \boldsymbol{e}_{j_x}&#10;+ m \boldsymbol{x}_{c,d}^{(4)}&#10;$&#10;&#10;&#10;\end{document}"/>
  <p:tag name="IGUANATEXSIZE" val="20"/>
  <p:tag name="IGUANATEXCURSOR" val="226"/>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02.xml><?xml version="1.0" encoding="utf-8"?>
<p:tagLst xmlns:a="http://schemas.openxmlformats.org/drawingml/2006/main" xmlns:r="http://schemas.openxmlformats.org/officeDocument/2006/relationships" xmlns:p="http://schemas.openxmlformats.org/presentationml/2006/main">
  <p:tag name="OUTPUTDPI" val="1200"/>
  <p:tag name="ORIGINALHEIGHT" val="330.0461"/>
  <p:tag name="ORIGINALWIDTH" val="1938.271"/>
  <p:tag name="OUTPUTTYPE" val="PNG"/>
  <p:tag name="IGUANATEXVERSION" val="160"/>
  <p:tag name="LATEXADDIN" val="\documentclass{article}&#10;\usepackage{amsmath}&#10;\usepackage{color}&#10;\pagestyle{empty}&#10;\begin{document}&#10;&#10;$&#10;\color{blue}&#10;\ddot{\boldsymbol{b}}_{1,c}&#10;= \dfrac{1}{\|\boldsymbol{s}\|} \bigl( \dot{\boldsymbol{P}}_2\dot{\boldsymbol{s}} + \boldsymbol{P}_2\ddot{\boldsymbol{s}} \bigr) &#10;- \dfrac{ \boldsymbol{b}_{1,c}^{T}\dot{\boldsymbol{s}} }{ \|\boldsymbol{s}\| } \dot{\boldsymbol{b}}_{1,c}&#10;$&#10;&#10;&#10;\end{document}"/>
  <p:tag name="IGUANATEXSIZE" val="20"/>
  <p:tag name="IGUANATEXCURSOR" val="139"/>
  <p:tag name="TRANSPARENCY" val="True"/>
  <p:tag name="FILENAME" val=""/>
  <p:tag name="LATEXENGINEID" val="1"/>
  <p:tag name="TEMPFOLDER" val="D:\Program Files\IguanaTex\"/>
  <p:tag name="LATEXFORMHEIGHT" val="448.5"/>
  <p:tag name="LATEXFORMWIDTH" val="490"/>
  <p:tag name="LATEXFORMWRAP" val="True"/>
  <p:tag name="BITMAPVECTOR" val="0"/>
</p:tagLst>
</file>

<file path=ppt/tags/tag103.xml><?xml version="1.0" encoding="utf-8"?>
<p:tagLst xmlns:a="http://schemas.openxmlformats.org/drawingml/2006/main" xmlns:r="http://schemas.openxmlformats.org/officeDocument/2006/relationships" xmlns:p="http://schemas.openxmlformats.org/presentationml/2006/main">
  <p:tag name="OUTPUTDPI" val="1200"/>
  <p:tag name="ORIGINALHEIGHT" val="165.023"/>
  <p:tag name="ORIGINALWIDTH" val="992.3885"/>
  <p:tag name="OUTPUTTYPE" val="PNG"/>
  <p:tag name="IGUANATEXVERSION" val="160"/>
  <p:tag name="LATEXADDIN" val="\documentclass{article}&#10;\usepackage{amsmath}&#10;\usepackage{color}&#10;\pagestyle{empty}&#10;\begin{document}&#10;&#10;$&#10;\color{blue}&#10;\boldsymbol{P}_2&#10;= \boldsymbol{I}_3 - \boldsymbol{b}_{1,c} \boldsymbol{b}_{1,c}^{T}&#10;$&#10;&#10;&#10;\end{document}"/>
  <p:tag name="IGUANATEXSIZE" val="20"/>
  <p:tag name="IGUANATEXCURSOR" val="132"/>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04.xml><?xml version="1.0" encoding="utf-8"?>
<p:tagLst xmlns:a="http://schemas.openxmlformats.org/drawingml/2006/main" xmlns:r="http://schemas.openxmlformats.org/officeDocument/2006/relationships" xmlns:p="http://schemas.openxmlformats.org/presentationml/2006/main">
  <p:tag name="OUTPUTDPI" val="1200"/>
  <p:tag name="ORIGINALHEIGHT" val="194.2771"/>
  <p:tag name="ORIGINALWIDTH" val="1452.953"/>
  <p:tag name="OUTPUTTYPE" val="PNG"/>
  <p:tag name="IGUANATEXVERSION" val="160"/>
  <p:tag name="LATEXADDIN" val="\documentclass{article}&#10;\usepackage{amsmath}&#10;\usepackage{color}&#10;\pagestyle{empty}&#10;\begin{document}&#10;&#10;$&#10;\color{blue}&#10;\dot{\boldsymbol{P}}_2&#10;= -\bigl( \dot{\boldsymbol{b}}_{1,c}\boldsymbol{b}_{1,c}^{T}&#10;+ \boldsymbol{b}_{1,c}\dot{\boldsymbol{b}}_{1,c}^{T} \bigr)&#10;$&#10;&#10;&#10;\end{document}"/>
  <p:tag name="IGUANATEXSIZE" val="20"/>
  <p:tag name="IGUANATEXCURSOR" val="258"/>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05.xml><?xml version="1.0" encoding="utf-8"?>
<p:tagLst xmlns:a="http://schemas.openxmlformats.org/drawingml/2006/main" xmlns:r="http://schemas.openxmlformats.org/officeDocument/2006/relationships" xmlns:p="http://schemas.openxmlformats.org/presentationml/2006/main">
  <p:tag name="OUTPUTDPI" val="1200"/>
  <p:tag name="ORIGINALHEIGHT" val="154.5216"/>
  <p:tag name="ORIGINALWIDTH" val="2341.827"/>
  <p:tag name="OUTPUTTYPE" val="PNG"/>
  <p:tag name="IGUANATEXVERSION" val="160"/>
  <p:tag name="LATEXADDIN" val="\documentclass{article}&#10;\usepackage{amsmath}&#10;\usepackage{color}&#10;\pagestyle{empty}&#10;\begin{document}&#10;&#10;$&#10;\color{blue}&#10;\ddot{\boldsymbol{b}}_{2,c}&#10;= \ddot{\boldsymbol{b}}_{3,c} \times \boldsymbol{b}_{1,c}&#10;+ 2\dot{\boldsymbol{b}}_{3,c} \times \dot{\boldsymbol{b}}_{1,c}&#10;+ \boldsymbol{b}_{3,c} \times \ddot{\boldsymbol{b}}_{1,c}&#10;$&#10;&#10;&#10;\end{document}"/>
  <p:tag name="IGUANATEXSIZE" val="20"/>
  <p:tag name="IGUANATEXCURSOR" val="322"/>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06.xml><?xml version="1.0" encoding="utf-8"?>
<p:tagLst xmlns:a="http://schemas.openxmlformats.org/drawingml/2006/main" xmlns:r="http://schemas.openxmlformats.org/officeDocument/2006/relationships" xmlns:p="http://schemas.openxmlformats.org/presentationml/2006/main">
  <p:tag name="OUTPUTDPI" val="1200"/>
  <p:tag name="ORIGINALHEIGHT" val="154.5216"/>
  <p:tag name="ORIGINALWIDTH" val="1689.986"/>
  <p:tag name="OUTPUTTYPE" val="PNG"/>
  <p:tag name="IGUANATEXVERSION" val="160"/>
  <p:tag name="LATEXADDIN" val="\documentclass{article}&#10;\usepackage{amsmath}&#10;\usepackage{color}&#10;\pagestyle{empty}&#10;\begin{document}&#10;&#10;$&#10;\color{blue}&#10;\ddot{\boldsymbol{s}}&#10;= \ddot{\boldsymbol{P}}_1 \boldsymbol{b}_{1,d}&#10;+ 2 \dot{\boldsymbol{P}}_1 \dot{\boldsymbol{b}}_{1,d}&#10;+ \boldsymbol{P}_1 \ddot{\boldsymbol{b}}_{1,d}&#10;$&#10;&#10;&#10;\end{document}"/>
  <p:tag name="IGUANATEXSIZE" val="20"/>
  <p:tag name="IGUANATEXCURSOR" val="284"/>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07.xml><?xml version="1.0" encoding="utf-8"?>
<p:tagLst xmlns:a="http://schemas.openxmlformats.org/drawingml/2006/main" xmlns:r="http://schemas.openxmlformats.org/officeDocument/2006/relationships" xmlns:p="http://schemas.openxmlformats.org/presentationml/2006/main">
  <p:tag name="OUTPUTDPI" val="1200"/>
  <p:tag name="ORIGINALHEIGHT" val="124.5174"/>
  <p:tag name="ORIGINALWIDTH" val="891.1243"/>
  <p:tag name="OUTPUTTYPE" val="PNG"/>
  <p:tag name="IGUANATEXVERSION" val="160"/>
  <p:tag name="LATEXADDIN" val="\documentclass{article}&#10;\usepackage{amsmath}&#10;\usepackage{color}&#10;\pagestyle{empty}&#10;\begin{document}&#10;&#10;$&#10;\color{blue}&#10;\boldsymbol{b}_{2,c} = \boldsymbol{b}_{3,c} \times \boldsymbol{b}_{1,c}&#10;$&#10;&#10;&#10;\end{document}"/>
  <p:tag name="IGUANATEXSIZE" val="20"/>
  <p:tag name="IGUANATEXCURSOR" val="186"/>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08.xml><?xml version="1.0" encoding="utf-8"?>
<p:tagLst xmlns:a="http://schemas.openxmlformats.org/drawingml/2006/main" xmlns:r="http://schemas.openxmlformats.org/officeDocument/2006/relationships" xmlns:p="http://schemas.openxmlformats.org/presentationml/2006/main">
  <p:tag name="OUTPUTDPI" val="1200"/>
  <p:tag name="ORIGINALHEIGHT" val="152.2713"/>
  <p:tag name="ORIGINALWIDTH" val="1314.183"/>
  <p:tag name="OUTPUTTYPE" val="PNG"/>
  <p:tag name="IGUANATEXVERSION" val="160"/>
  <p:tag name="LATEXADDIN" val="\documentclass{article}&#10;\usepackage{amsmath}&#10;\usepackage{color}&#10;\pagestyle{empty}&#10;\begin{document}&#10;&#10;$&#10;\color{blue}&#10;\boldsymbol{R}_{0,c}&#10;= \begin{bmatrix}&#10;\boldsymbol{b}_{1,c} &amp;&#10;\boldsymbol{b}_{2,c} &amp;&#10;\boldsymbol{b}_{3,c}&#10;\end{bmatrix}&#10;$&#10;&#10;&#10;\end{document}"/>
  <p:tag name="IGUANATEXSIZE" val="20"/>
  <p:tag name="IGUANATEXCURSOR" val="234"/>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09.xml><?xml version="1.0" encoding="utf-8"?>
<p:tagLst xmlns:a="http://schemas.openxmlformats.org/drawingml/2006/main" xmlns:r="http://schemas.openxmlformats.org/officeDocument/2006/relationships" xmlns:p="http://schemas.openxmlformats.org/presentationml/2006/main">
  <p:tag name="OUTPUTDPI" val="1200"/>
  <p:tag name="ORIGINALHEIGHT" val="151.5212"/>
  <p:tag name="ORIGINALWIDTH" val="1248.924"/>
  <p:tag name="OUTPUTTYPE" val="PNG"/>
  <p:tag name="IGUANATEXVERSION" val="160"/>
  <p:tag name="LATEXADDIN" val="\documentclass{article}&#10;\usepackage{amsmath}&#10;\usepackage{color}&#10;\pagestyle{empty}&#10;\begin{document}&#10;&#10;$&#10;\boldsymbol{e}_{\omega}&#10;=&#10;\boldsymbol{\omega}_0&#10;-&#10;\boldsymbol{R}_0^T \boldsymbol{R}_{0,c} \boldsymbol{\omega}_{0,c}&#10;$&#10;&#10;&#10;\end{document}"/>
  <p:tag name="IGUANATEXSIZE" val="20"/>
  <p:tag name="IGUANATEXCURSOR" val="101"/>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10.xml><?xml version="1.0" encoding="utf-8"?>
<p:tagLst xmlns:a="http://schemas.openxmlformats.org/drawingml/2006/main" xmlns:r="http://schemas.openxmlformats.org/officeDocument/2006/relationships" xmlns:p="http://schemas.openxmlformats.org/presentationml/2006/main">
  <p:tag name="OUTPUTDPI" val="1200"/>
  <p:tag name="ORIGINALHEIGHT" val="255.0356"/>
  <p:tag name="ORIGINALWIDTH" val="1617.976"/>
  <p:tag name="OUTPUTTYPE" val="PNG"/>
  <p:tag name="IGUANATEXVERSION" val="160"/>
  <p:tag name="LATEXADDIN" val="\documentclass{article}&#10;\usepackage{amsmath}&#10;\usepackage{color}&#10;\pagestyle{empty}&#10;\begin{document}&#10;&#10;$&#10;\boldsymbol{e}_R&#10;=&#10;\dfrac{1}{2}&#10;\left(&#10;  \boldsymbol{R}_{0,c}^T\boldsymbol{R}_0&#10;- \boldsymbol{R}_0^T\boldsymbol{R}_{0,c}&#10;\right)^\vee&#10;$&#10;&#10;&#10;\end{document}"/>
  <p:tag name="IGUANATEXSIZE" val="20"/>
  <p:tag name="IGUANATEXCURSOR" val="101"/>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11.xml><?xml version="1.0" encoding="utf-8"?>
<p:tagLst xmlns:a="http://schemas.openxmlformats.org/drawingml/2006/main" xmlns:r="http://schemas.openxmlformats.org/officeDocument/2006/relationships" xmlns:p="http://schemas.openxmlformats.org/presentationml/2006/main">
  <p:tag name="OUTPUTDPI" val="1200"/>
  <p:tag name="ORIGINALHEIGHT" val="248.2847"/>
  <p:tag name="ORIGINALWIDTH" val="1077.15"/>
  <p:tag name="OUTPUTTYPE" val="PNG"/>
  <p:tag name="IGUANATEXVERSION" val="160"/>
  <p:tag name="LATEXADDIN" val="\documentclass{article}&#10;\usepackage{amsmath}&#10;\usepackage{color}&#10;\pagestyle{empty}&#10;\begin{document}&#10;&#10;$&#10;\color{blue}&#10;\boldsymbol{\omega}_{0,c}&#10;= \left( \boldsymbol{R}_{0,c}^{T} \dot{\boldsymbol{R}}_{0,c} \right)^{\vee}&#10;$&#10;&#10;&#10;\end{document}"/>
  <p:tag name="IGUANATEXSIZE" val="20"/>
  <p:tag name="IGUANATEXCURSOR" val="216"/>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12.xml><?xml version="1.0" encoding="utf-8"?>
<p:tagLst xmlns:a="http://schemas.openxmlformats.org/drawingml/2006/main" xmlns:r="http://schemas.openxmlformats.org/officeDocument/2006/relationships" xmlns:p="http://schemas.openxmlformats.org/presentationml/2006/main">
  <p:tag name="OUTPUTDPI" val="1200"/>
  <p:tag name="ORIGINALHEIGHT" val="123.0172"/>
  <p:tag name="ORIGINALWIDTH" val="798.1114"/>
  <p:tag name="OUTPUTTYPE" val="PNG"/>
  <p:tag name="IGUANATEXVERSION" val="160"/>
  <p:tag name="LATEXADDIN" val="\documentclass{article}&#10;\usepackage{amsmath}&#10;\pagestyle{empty}&#10;\begin{document}&#10;&#10;$&#10;\boldsymbol{r}_{e,d},~&#10;\dot{\boldsymbol{r}}_{e,d},~&#10;\ddot{\boldsymbol{r}}_{e,d}&#10;$&#10;&#10;&#10;\end{document}"/>
  <p:tag name="IGUANATEXSIZE" val="20"/>
  <p:tag name="IGUANATEXCURSOR" val="162"/>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13.xml><?xml version="1.0" encoding="utf-8"?>
<p:tagLst xmlns:a="http://schemas.openxmlformats.org/drawingml/2006/main" xmlns:r="http://schemas.openxmlformats.org/officeDocument/2006/relationships" xmlns:p="http://schemas.openxmlformats.org/presentationml/2006/main">
  <p:tag name="OUTPUTDPI" val="1200"/>
  <p:tag name="ORIGINALHEIGHT" val="301.5421"/>
  <p:tag name="ORIGINALWIDTH" val="673.594"/>
  <p:tag name="OUTPUTTYPE" val="PNG"/>
  <p:tag name="IGUANATEXVERSION" val="160"/>
  <p:tag name="LATEXADDIN" val="\documentclass{article}&#10;\usepackage{amsmath}&#10;\usepackage{color}&#10;\pagestyle{empty}&#10;\begin{document}&#10;&#10;$&#10;\boldsymbol{e}_{y} = &#10;\begin{bmatrix} \boldsymbol{e}_{x_E} \\ e_{R_{E,3}} \end{bmatrix} &#10;$&#10;&#10;&#10;\end{document}"/>
  <p:tag name="IGUANATEXSIZE" val="20"/>
  <p:tag name="IGUANATEXCURSOR" val="190"/>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14.xml><?xml version="1.0" encoding="utf-8"?>
<p:tagLst xmlns:a="http://schemas.openxmlformats.org/drawingml/2006/main" xmlns:r="http://schemas.openxmlformats.org/officeDocument/2006/relationships" xmlns:p="http://schemas.openxmlformats.org/presentationml/2006/main">
  <p:tag name="OUTPUTDPI" val="1200"/>
  <p:tag name="ORIGINALHEIGHT" val="301.5421"/>
  <p:tag name="ORIGINALWIDTH" val="711.8494"/>
  <p:tag name="OUTPUTTYPE" val="PNG"/>
  <p:tag name="IGUANATEXVERSION" val="160"/>
  <p:tag name="LATEXADDIN" val="\documentclass{article}&#10;\usepackage{amsmath}&#10;\usepackage{color}&#10;\pagestyle{empty}&#10;\begin{document}&#10;&#10;$&#10;\boldsymbol{e}_{v_y} = &#10;\begin{bmatrix} \boldsymbol{e}_{v_E} \\ e_{\omega_{E,3}} \end{bmatrix} &#10;$&#10;&#10;&#10;\end{document}"/>
  <p:tag name="IGUANATEXSIZE" val="20"/>
  <p:tag name="IGUANATEXCURSOR" val="19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15.xml><?xml version="1.0" encoding="utf-8"?>
<p:tagLst xmlns:a="http://schemas.openxmlformats.org/drawingml/2006/main" xmlns:r="http://schemas.openxmlformats.org/officeDocument/2006/relationships" xmlns:p="http://schemas.openxmlformats.org/presentationml/2006/main">
  <p:tag name="OUTPUTDPI" val="1200"/>
  <p:tag name="ORIGINALHEIGHT" val="301.5421"/>
  <p:tag name="ORIGINALWIDTH" val="685.5956"/>
  <p:tag name="OUTPUTTYPE" val="PNG"/>
  <p:tag name="IGUANATEXVERSION" val="160"/>
  <p:tag name="LATEXADDIN" val="\documentclass{article}&#10;\usepackage{amsmath}&#10;\usepackage{color}&#10;\pagestyle{empty}&#10;\begin{document}&#10;&#10;$&#10;\ddot{\boldsymbol{y}}_d = &#10;\begin{bmatrix} \ddot{\boldsymbol{r}}_{e,d} \\ \dot{\omega}_{3,e,c} \end{bmatrix} &#10;$&#10;&#10;&#10;\end{document}"/>
  <p:tag name="IGUANATEXSIZE" val="20"/>
  <p:tag name="IGUANATEXCURSOR" val="211"/>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16.xml><?xml version="1.0" encoding="utf-8"?>
<p:tagLst xmlns:a="http://schemas.openxmlformats.org/drawingml/2006/main" xmlns:r="http://schemas.openxmlformats.org/officeDocument/2006/relationships" xmlns:p="http://schemas.openxmlformats.org/presentationml/2006/main">
  <p:tag name="OUTPUTDPI" val="1200"/>
  <p:tag name="ORIGINALHEIGHT" val="165.023"/>
  <p:tag name="ORIGINALWIDTH" val="1000.64"/>
  <p:tag name="OUTPUTTYPE" val="PNG"/>
  <p:tag name="IGUANATEXVERSION" val="160"/>
  <p:tag name="LATEXADDIN" val="\documentclass{article}&#10;\usepackage{amsmath}&#10;\usepackage{color}&#10;\pagestyle{empty}&#10;\begin{document}&#10;&#10;$&#10;e_{R_{E,3}} &#10;= - \boldsymbol{b}_{1,e,c}^T \boldsymbol{b}_{2,e}&#10;$&#10;&#10;&#10;\end{document}"/>
  <p:tag name="IGUANATEXSIZE" val="20"/>
  <p:tag name="IGUANATEXCURSOR" val="164"/>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17.xml><?xml version="1.0" encoding="utf-8"?>
<p:tagLst xmlns:a="http://schemas.openxmlformats.org/drawingml/2006/main" xmlns:r="http://schemas.openxmlformats.org/officeDocument/2006/relationships" xmlns:p="http://schemas.openxmlformats.org/presentationml/2006/main">
  <p:tag name="OUTPUTDPI" val="1200"/>
  <p:tag name="ORIGINALHEIGHT" val="124.5174"/>
  <p:tag name="ORIGINALWIDTH" val="632.3383"/>
  <p:tag name="OUTPUTTYPE" val="PNG"/>
  <p:tag name="IGUANATEXVERSION" val="160"/>
  <p:tag name="LATEXADDIN" val="\documentclass{article}&#10;\usepackage{amsmath}&#10;\usepackage{color}&#10;\pagestyle{empty}&#10;\begin{document}&#10;&#10;$&#10;\boldsymbol{b}_{1,e}=\boldsymbol{R}_e \boldsymbol{e}_1&#10;$&#10;&#10;&#10;\end{document}"/>
  <p:tag name="IGUANATEXSIZE" val="20"/>
  <p:tag name="IGUANATEXCURSOR" val="156"/>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18.xml><?xml version="1.0" encoding="utf-8"?>
<p:tagLst xmlns:a="http://schemas.openxmlformats.org/drawingml/2006/main" xmlns:r="http://schemas.openxmlformats.org/officeDocument/2006/relationships" xmlns:p="http://schemas.openxmlformats.org/presentationml/2006/main">
  <p:tag name="OUTPUTDPI" val="1200"/>
  <p:tag name="ORIGINALHEIGHT" val="94.51323"/>
  <p:tag name="ORIGINALWIDTH" val="838.617"/>
  <p:tag name="OUTPUTTYPE" val="PNG"/>
  <p:tag name="IGUANATEXVERSION" val="160"/>
  <p:tag name="LATEXADDIN" val="\documentclass{article}&#10;\usepackage{amsmath}&#10;\usepackage{color}&#10;\pagestyle{empty}&#10;\begin{document}&#10;&#10;$&#10;\boldsymbol{e}_{x_E} = \boldsymbol{r}_e - \boldsymbol{r}_{e,d}&#10;$&#10;&#10;&#10;\end{document}"/>
  <p:tag name="IGUANATEXSIZE" val="20"/>
  <p:tag name="IGUANATEXCURSOR" val="164"/>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19.xml><?xml version="1.0" encoding="utf-8"?>
<p:tagLst xmlns:a="http://schemas.openxmlformats.org/drawingml/2006/main" xmlns:r="http://schemas.openxmlformats.org/officeDocument/2006/relationships" xmlns:p="http://schemas.openxmlformats.org/presentationml/2006/main">
  <p:tag name="OUTPUTDPI" val="1200"/>
  <p:tag name="ORIGINALHEIGHT" val="124.5174"/>
  <p:tag name="ORIGINALWIDTH" val="635.3387"/>
  <p:tag name="OUTPUTTYPE" val="PNG"/>
  <p:tag name="IGUANATEXVERSION" val="160"/>
  <p:tag name="LATEXADDIN" val="\documentclass{article}&#10;\usepackage{amsmath}&#10;\usepackage{color}&#10;\pagestyle{empty}&#10;\begin{document}&#10;&#10;$&#10;\boldsymbol{b}_{2,e}=\boldsymbol{R}_e \boldsymbol{e}_2&#10;$&#10;&#10;&#10;\end{document}"/>
  <p:tag name="IGUANATEXSIZE" val="20"/>
  <p:tag name="IGUANATEXCURSOR" val="156"/>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20.xml><?xml version="1.0" encoding="utf-8"?>
<p:tagLst xmlns:a="http://schemas.openxmlformats.org/drawingml/2006/main" xmlns:r="http://schemas.openxmlformats.org/officeDocument/2006/relationships" xmlns:p="http://schemas.openxmlformats.org/presentationml/2006/main">
  <p:tag name="OUTPUTDPI" val="1200"/>
  <p:tag name="ORIGINALHEIGHT" val="124.5174"/>
  <p:tag name="ORIGINALWIDTH" val="636.0887"/>
  <p:tag name="OUTPUTTYPE" val="PNG"/>
  <p:tag name="IGUANATEXVERSION" val="160"/>
  <p:tag name="LATEXADDIN" val="\documentclass{article}&#10;\usepackage{amsmath}&#10;\usepackage{color}&#10;\pagestyle{empty}&#10;\begin{document}&#10;&#10;$&#10;\boldsymbol{b}_{3,e}=\boldsymbol{R}_e \boldsymbol{e}_3&#10;$&#10;&#10;&#10;\end{document}"/>
  <p:tag name="IGUANATEXSIZE" val="20"/>
  <p:tag name="IGUANATEXCURSOR" val="156"/>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21.xml><?xml version="1.0" encoding="utf-8"?>
<p:tagLst xmlns:a="http://schemas.openxmlformats.org/drawingml/2006/main" xmlns:r="http://schemas.openxmlformats.org/officeDocument/2006/relationships" xmlns:p="http://schemas.openxmlformats.org/presentationml/2006/main">
  <p:tag name="OUTPUTDPI" val="1200"/>
  <p:tag name="ORIGINALHEIGHT" val="154.5216"/>
  <p:tag name="ORIGINALWIDTH" val="1016.392"/>
  <p:tag name="OUTPUTTYPE" val="PNG"/>
  <p:tag name="IGUANATEXVERSION" val="160"/>
  <p:tag name="LATEXADDIN" val="\documentclass{article}&#10;\usepackage{amsmath}&#10;\pagestyle{empty}&#10;\begin{document}&#10;&#10;$&#10;\boldsymbol{b}_{1,d,e},~&#10;\dot{\boldsymbol{b}}_{1,d,e},~&#10;\ddot{\boldsymbol{b}}_{1,d,e}&#10;$&#10;&#10;&#10;\end{document}"/>
  <p:tag name="IGUANATEXSIZE" val="20"/>
  <p:tag name="IGUANATEXCURSOR" val="16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22.xml><?xml version="1.0" encoding="utf-8"?>
<p:tagLst xmlns:a="http://schemas.openxmlformats.org/drawingml/2006/main" xmlns:r="http://schemas.openxmlformats.org/officeDocument/2006/relationships" xmlns:p="http://schemas.openxmlformats.org/presentationml/2006/main">
  <p:tag name="OUTPUTDPI" val="1200"/>
  <p:tag name="ORIGINALHEIGHT" val="165.023"/>
  <p:tag name="ORIGINALWIDTH" val="1071.9"/>
  <p:tag name="OUTPUTTYPE" val="PNG"/>
  <p:tag name="IGUANATEXVERSION" val="160"/>
  <p:tag name="LATEXADDIN" val="\documentclass{article}&#10;\usepackage{amsmath}&#10;\usepackage{color}&#10;\pagestyle{empty}&#10;\begin{document}&#10;&#10;$&#10;\color{blue}&#10;\boldsymbol{P}_{1,e} &#10;= \boldsymbol{I}_3 - \boldsymbol{b}_{3,e}\boldsymbol{b}_{3,e}^T&#10;$&#10;&#10;&#10;\end{document}"/>
  <p:tag name="IGUANATEXSIZE" val="20"/>
  <p:tag name="IGUANATEXCURSOR" val="13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23.xml><?xml version="1.0" encoding="utf-8"?>
<p:tagLst xmlns:a="http://schemas.openxmlformats.org/drawingml/2006/main" xmlns:r="http://schemas.openxmlformats.org/officeDocument/2006/relationships" xmlns:p="http://schemas.openxmlformats.org/presentationml/2006/main">
  <p:tag name="OUTPUTDPI" val="1200"/>
  <p:tag name="ORIGINALHEIGHT" val="124.5174"/>
  <p:tag name="ORIGINALWIDTH" val="795.111"/>
  <p:tag name="OUTPUTTYPE" val="PNG"/>
  <p:tag name="IGUANATEXVERSION" val="160"/>
  <p:tag name="LATEXADDIN" val="\documentclass{article}&#10;\usepackage{amsmath}&#10;\usepackage{color}&#10;\pagestyle{empty}&#10;\begin{document}&#10;&#10;$&#10;\color{blue}&#10;\boldsymbol{s}_e &#10;= \boldsymbol{P}_{1,e} \boldsymbol{b}_{1,e,d}&#10;$&#10;&#10;&#10;\end{document}"/>
  <p:tag name="IGUANATEXSIZE" val="20"/>
  <p:tag name="IGUANATEXCURSOR" val="178"/>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24.xml><?xml version="1.0" encoding="utf-8"?>
<p:tagLst xmlns:a="http://schemas.openxmlformats.org/drawingml/2006/main" xmlns:r="http://schemas.openxmlformats.org/officeDocument/2006/relationships" xmlns:p="http://schemas.openxmlformats.org/presentationml/2006/main">
  <p:tag name="OUTPUTDPI" val="1200"/>
  <p:tag name="ORIGINALHEIGHT" val="154.5216"/>
  <p:tag name="ORIGINALWIDTH" val="783.8594"/>
  <p:tag name="OUTPUTTYPE" val="PNG"/>
  <p:tag name="IGUANATEXVERSION" val="160"/>
  <p:tag name="LATEXADDIN" val="\documentclass{article}&#10;\usepackage{amsmath}&#10;\usepackage{color}&#10;\pagestyle{empty}&#10;\begin{document}&#10;&#10;$&#10;\color{blue}&#10;\dot{\boldsymbol{b}}_{3,e}&#10;= \boldsymbol{R}_e \hat{\boldsymbol{\omega}}_e \boldsymbol{e}_3&#10;$&#10;&#10;&#10;\end{document}"/>
  <p:tag name="IGUANATEXSIZE" val="20"/>
  <p:tag name="IGUANATEXCURSOR" val="141"/>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25.xml><?xml version="1.0" encoding="utf-8"?>
<p:tagLst xmlns:a="http://schemas.openxmlformats.org/drawingml/2006/main" xmlns:r="http://schemas.openxmlformats.org/officeDocument/2006/relationships" xmlns:p="http://schemas.openxmlformats.org/presentationml/2006/main">
  <p:tag name="OUTPUTDPI" val="1200"/>
  <p:tag name="ORIGINALHEIGHT" val="286.54"/>
  <p:tag name="ORIGINALWIDTH" val="1059.898"/>
  <p:tag name="OUTPUTTYPE" val="PNG"/>
  <p:tag name="IGUANATEXVERSION" val="160"/>
  <p:tag name="LATEXADDIN" val="\documentclass{article}&#10;\usepackage{amsmath}&#10;\usepackage{color}&#10;\pagestyle{empty}&#10;\begin{document}&#10;&#10;$&#10;\color{blue}&#10;\dot{\boldsymbol{b}}_{1,e,c} &#10;= \dfrac{1}{\|\boldsymbol{s}_e\|}\boldsymbol{P}_{2,e} \dot{\boldsymbol{s}}_e &#10;$&#10;&#10;&#10;\end{document}"/>
  <p:tag name="IGUANATEXSIZE" val="20"/>
  <p:tag name="IGUANATEXCURSOR" val="149"/>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26.xml><?xml version="1.0" encoding="utf-8"?>
<p:tagLst xmlns:a="http://schemas.openxmlformats.org/drawingml/2006/main" xmlns:r="http://schemas.openxmlformats.org/officeDocument/2006/relationships" xmlns:p="http://schemas.openxmlformats.org/presentationml/2006/main">
  <p:tag name="OUTPUTDPI" val="1200"/>
  <p:tag name="ORIGINALHEIGHT" val="259.5362"/>
  <p:tag name="ORIGINALWIDTH" val="693.0967"/>
  <p:tag name="OUTPUTTYPE" val="PNG"/>
  <p:tag name="IGUANATEXVERSION" val="160"/>
  <p:tag name="LATEXADDIN" val="\documentclass{article}&#10;\usepackage{amsmath}&#10;\usepackage{color}&#10;\pagestyle{empty}&#10;\begin{document}&#10;&#10;$&#10;\color{blue}&#10;\boldsymbol{b}_{1,e,c}&#10;= \dfrac{\boldsymbol{s}_e}{\|\boldsymbol{s}_e\|}&#10;$&#10;&#10;&#10;\end{document}"/>
  <p:tag name="IGUANATEXSIZE" val="20"/>
  <p:tag name="IGUANATEXCURSOR" val="142"/>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27.xml><?xml version="1.0" encoding="utf-8"?>
<p:tagLst xmlns:a="http://schemas.openxmlformats.org/drawingml/2006/main" xmlns:r="http://schemas.openxmlformats.org/officeDocument/2006/relationships" xmlns:p="http://schemas.openxmlformats.org/presentationml/2006/main">
  <p:tag name="OUTPUTDPI" val="1200"/>
  <p:tag name="ORIGINALHEIGHT" val="154.5216"/>
  <p:tag name="ORIGINALWIDTH" val="2204.558"/>
  <p:tag name="OUTPUTTYPE" val="PNG"/>
  <p:tag name="IGUANATEXVERSION" val="160"/>
  <p:tag name="LATEXADDIN" val="\documentclass{article}&#10;\usepackage{amsmath}&#10;\usepackage{color}&#10;\pagestyle{empty}&#10;\begin{document}&#10;&#10;$&#10;\color{blue}&#10;\ddot{\boldsymbol{s}}_e &#10;= \ddot{\boldsymbol{P}}_{1,e} \boldsymbol{b}_{1,e,d} &#10;+ 2\dot{\boldsymbol{P}}_{1,e} \dot{\boldsymbol{b}}_{1,e,d} &#10;+ \boldsymbol{P}_{1,e} \ddot{\boldsymbol{b}}_{1,e,d}&#10;$&#10;&#10;&#10;\end{document}"/>
  <p:tag name="IGUANATEXSIZE" val="20"/>
  <p:tag name="IGUANATEXCURSOR" val="306"/>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28.xml><?xml version="1.0" encoding="utf-8"?>
<p:tagLst xmlns:a="http://schemas.openxmlformats.org/drawingml/2006/main" xmlns:r="http://schemas.openxmlformats.org/officeDocument/2006/relationships" xmlns:p="http://schemas.openxmlformats.org/presentationml/2006/main">
  <p:tag name="OUTPUTDPI" val="1200"/>
  <p:tag name="ORIGINALHEIGHT" val="330.0461"/>
  <p:tag name="ORIGINALWIDTH" val="2591.612"/>
  <p:tag name="OUTPUTTYPE" val="PNG"/>
  <p:tag name="IGUANATEXVERSION" val="160"/>
  <p:tag name="LATEXADDIN" val="\documentclass{article}&#10;\usepackage{amsmath}&#10;\usepackage{color}&#10;\pagestyle{empty}&#10;\begin{document}&#10;&#10;$&#10;\color{blue}&#10;\ddot{\boldsymbol{b}}_{1,e,c} &#10;= \dfrac{1}{\|\boldsymbol{s}_e\|} \left(\dot{\boldsymbol{P}}_{2,e} \dot{\boldsymbol{s}}_e  + \boldsymbol{P}_{2,e} \ddot{\boldsymbol{s}}_e \right) &#10;- \dfrac{\boldsymbol{b}_{1,e,c}^T \dot{\boldsymbol{s}}_e }{\|\boldsymbol{s}_e\|}\dot{\boldsymbol{b}}_{1,e,c}&#10;$&#10;&#10;&#10;\end{document}"/>
  <p:tag name="IGUANATEXSIZE" val="20"/>
  <p:tag name="IGUANATEXCURSOR" val="29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29.xml><?xml version="1.0" encoding="utf-8"?>
<p:tagLst xmlns:a="http://schemas.openxmlformats.org/drawingml/2006/main" xmlns:r="http://schemas.openxmlformats.org/officeDocument/2006/relationships" xmlns:p="http://schemas.openxmlformats.org/presentationml/2006/main">
  <p:tag name="OUTPUTDPI" val="1200"/>
  <p:tag name="ORIGINALHEIGHT" val="194.2771"/>
  <p:tag name="ORIGINALWIDTH" val="1540.715"/>
  <p:tag name="OUTPUTTYPE" val="PNG"/>
  <p:tag name="IGUANATEXVERSION" val="160"/>
  <p:tag name="LATEXADDIN" val="\documentclass{article}&#10;\usepackage{amsmath}&#10;\usepackage{color}&#10;\pagestyle{empty}&#10;\begin{document}&#10;&#10;$&#10;\color{blue}&#10;\dot{\boldsymbol{P}}_{1,e}&#10;= -\bigl( \dot{\boldsymbol{b}}_{3,e}\boldsymbol{b}_{3,e}^T&#10;+ \boldsymbol{b}_{3,e}\dot{\boldsymbol{b}}_{3,e}^T \bigr)&#10;$&#10;&#10;&#10;\end{document}"/>
  <p:tag name="IGUANATEXSIZE" val="20"/>
  <p:tag name="IGUANATEXCURSOR" val="258"/>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30.xml><?xml version="1.0" encoding="utf-8"?>
<p:tagLst xmlns:a="http://schemas.openxmlformats.org/drawingml/2006/main" xmlns:r="http://schemas.openxmlformats.org/officeDocument/2006/relationships" xmlns:p="http://schemas.openxmlformats.org/presentationml/2006/main">
  <p:tag name="OUTPUTDPI" val="1200"/>
  <p:tag name="ORIGINALHEIGHT" val="154.5216"/>
  <p:tag name="ORIGINALWIDTH" val="1468.705"/>
  <p:tag name="OUTPUTTYPE" val="PNG"/>
  <p:tag name="IGUANATEXVERSION" val="160"/>
  <p:tag name="LATEXADDIN" val="\documentclass{article}&#10;\usepackage{amsmath}&#10;\usepackage{color}&#10;\pagestyle{empty}&#10;\begin{document}&#10;&#10;$&#10;\color{blue}&#10;\dot{\boldsymbol{s}}_e&#10;= \dot{\boldsymbol{P}}_{1,e}\boldsymbol{b}_{1,e,d}&#10;+ \boldsymbol{P}_{1,e}\dot{\boldsymbol{b}}_{1,e,d}&#10;$&#10;&#10;&#10;\end{document}"/>
  <p:tag name="IGUANATEXSIZE" val="20"/>
  <p:tag name="IGUANATEXCURSOR" val="239"/>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31.xml><?xml version="1.0" encoding="utf-8"?>
<p:tagLst xmlns:a="http://schemas.openxmlformats.org/drawingml/2006/main" xmlns:r="http://schemas.openxmlformats.org/officeDocument/2006/relationships" xmlns:p="http://schemas.openxmlformats.org/presentationml/2006/main">
  <p:tag name="OUTPUTDPI" val="1200"/>
  <p:tag name="ORIGINALHEIGHT" val="165.023"/>
  <p:tag name="ORIGINALWIDTH" val="1204.668"/>
  <p:tag name="OUTPUTTYPE" val="PNG"/>
  <p:tag name="IGUANATEXVERSION" val="160"/>
  <p:tag name="LATEXADDIN" val="\documentclass{article}&#10;\usepackage{amsmath}&#10;\usepackage{color}&#10;\pagestyle{empty}&#10;\begin{document}&#10;&#10;$&#10;\color{blue}&#10;\boldsymbol{P}_{2,e} &#10;= I_3 - \boldsymbol{b}_{1,e,c} \boldsymbol{b}_{1,e,c}^T&#10;$&#10;&#10;&#10;\end{document}"/>
  <p:tag name="IGUANATEXSIZE" val="20"/>
  <p:tag name="IGUANATEXCURSOR" val="13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32.xml><?xml version="1.0" encoding="utf-8"?>
<p:tagLst xmlns:a="http://schemas.openxmlformats.org/drawingml/2006/main" xmlns:r="http://schemas.openxmlformats.org/officeDocument/2006/relationships" xmlns:p="http://schemas.openxmlformats.org/presentationml/2006/main">
  <p:tag name="OUTPUTDPI" val="1200"/>
  <p:tag name="ORIGINALHEIGHT" val="194.2771"/>
  <p:tag name="ORIGINALWIDTH" val="1837.006"/>
  <p:tag name="OUTPUTTYPE" val="PNG"/>
  <p:tag name="IGUANATEXVERSION" val="160"/>
  <p:tag name="LATEXADDIN" val="\documentclass{article}&#10;\usepackage{amsmath}&#10;\usepackage{color}&#10;\pagestyle{empty}&#10;\begin{document}&#10;&#10;$&#10;\color{blue}&#10;\dot{\boldsymbol{P}}_{2,e} &#10;= -\bigl(\dot{\boldsymbol{b}}_{1,e,c}\boldsymbol{b}_{1,e,c}^T &#10;+ \boldsymbol{b}_{1,e,c}\dot{\boldsymbol{b}}_{1,e,c}^T\bigr)&#10;$&#10;&#10;&#10;\end{document}"/>
  <p:tag name="IGUANATEXSIZE" val="20"/>
  <p:tag name="IGUANATEXCURSOR" val="266"/>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33.xml><?xml version="1.0" encoding="utf-8"?>
<p:tagLst xmlns:a="http://schemas.openxmlformats.org/drawingml/2006/main" xmlns:r="http://schemas.openxmlformats.org/officeDocument/2006/relationships" xmlns:p="http://schemas.openxmlformats.org/presentationml/2006/main">
  <p:tag name="OUTPUTDPI" val="1200"/>
  <p:tag name="ORIGINALHEIGHT" val="194.2771"/>
  <p:tag name="ORIGINALWIDTH" val="2689.125"/>
  <p:tag name="OUTPUTTYPE" val="PNG"/>
  <p:tag name="IGUANATEXVERSION" val="160"/>
  <p:tag name="LATEXADDIN" val="\documentclass{article}&#10;\usepackage{amsmath}&#10;\usepackage{color}&#10;\pagestyle{empty}&#10;\begin{document}&#10;&#10;$&#10;\color{blue}&#10;\dot{\omega}_{3,e,c}&#10;= \dot{\boldsymbol{b}}_{3,e}^T \bigl(\boldsymbol{b}_{1,e,c} \times \dot{\boldsymbol{b}}_{1,e,c}\bigr) &#10;+ \bigl(\boldsymbol{b}_{3,e} \times \boldsymbol{b}_{1,e,c}\bigr)^T \ddot{\boldsymbol{b}}_{1,e,c}&#10;$&#10;&#10;&#10;\end{document}"/>
  <p:tag name="IGUANATEXSIZE" val="20"/>
  <p:tag name="IGUANATEXCURSOR" val="335"/>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34.xml><?xml version="1.0" encoding="utf-8"?>
<p:tagLst xmlns:a="http://schemas.openxmlformats.org/drawingml/2006/main" xmlns:r="http://schemas.openxmlformats.org/officeDocument/2006/relationships" xmlns:p="http://schemas.openxmlformats.org/presentationml/2006/main">
  <p:tag name="OUTPUTDPI" val="1200"/>
  <p:tag name="ORIGINALHEIGHT" val="101.2641"/>
  <p:tag name="ORIGINALWIDTH" val="1072.65"/>
  <p:tag name="OUTPUTTYPE" val="PNG"/>
  <p:tag name="IGUANATEXVERSION" val="160"/>
  <p:tag name="LATEXADDIN" val="\documentclass{article}&#10;\usepackage{amsmath}&#10;\usepackage{color}&#10;\pagestyle{empty}&#10;\begin{document}&#10;&#10;$&#10;e_{\omega_{E,3}} = \omega_{3,e} - \omega_{3,e,c}&#10;$&#10;&#10;&#10;\end{document}"/>
  <p:tag name="IGUANATEXSIZE" val="20"/>
  <p:tag name="IGUANATEXCURSOR" val="150"/>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35.xml><?xml version="1.0" encoding="utf-8"?>
<p:tagLst xmlns:a="http://schemas.openxmlformats.org/drawingml/2006/main" xmlns:r="http://schemas.openxmlformats.org/officeDocument/2006/relationships" xmlns:p="http://schemas.openxmlformats.org/presentationml/2006/main">
  <p:tag name="OUTPUTDPI" val="1200"/>
  <p:tag name="ORIGINALHEIGHT" val="123.0172"/>
  <p:tag name="ORIGINALWIDTH" val="831.8661"/>
  <p:tag name="OUTPUTTYPE" val="PNG"/>
  <p:tag name="IGUANATEXVERSION" val="160"/>
  <p:tag name="LATEXADDIN" val="\documentclass{article}&#10;\usepackage{amsmath}&#10;\usepackage{color}&#10;\pagestyle{empty}&#10;\begin{document}&#10;&#10;$&#10;\boldsymbol{e}_{v_E} = \dot{\boldsymbol{r}}_e - \dot{\boldsymbol{r}}_{e,d}&#10;$&#10;&#10;&#10;\end{document}"/>
  <p:tag name="IGUANATEXSIZE" val="20"/>
  <p:tag name="IGUANATEXCURSOR" val="176"/>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36.xml><?xml version="1.0" encoding="utf-8"?>
<p:tagLst xmlns:a="http://schemas.openxmlformats.org/drawingml/2006/main" xmlns:r="http://schemas.openxmlformats.org/officeDocument/2006/relationships" xmlns:p="http://schemas.openxmlformats.org/presentationml/2006/main">
  <p:tag name="OUTPUTDPI" val="1200"/>
  <p:tag name="ORIGINALHEIGHT" val="94.51323"/>
  <p:tag name="ORIGINALWIDTH" val="638.3391"/>
  <p:tag name="OUTPUTTYPE" val="PNG"/>
  <p:tag name="IGUANATEXVERSION" val="160"/>
  <p:tag name="LATEXADDIN" val="\documentclass{article}&#10;\usepackage{amsmath}&#10;\usepackage{color}&#10;\pagestyle{empty}&#10;\begin{document}&#10;&#10;$&#10;\omega_{3,e} = \boldsymbol{\omega}_e \boldsymbol{e}_3&#10;$&#10;&#10;&#10;\end{document}"/>
  <p:tag name="IGUANATEXSIZE" val="20"/>
  <p:tag name="IGUANATEXCURSOR" val="155"/>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37.xml><?xml version="1.0" encoding="utf-8"?>
<p:tagLst xmlns:a="http://schemas.openxmlformats.org/drawingml/2006/main" xmlns:r="http://schemas.openxmlformats.org/officeDocument/2006/relationships" xmlns:p="http://schemas.openxmlformats.org/presentationml/2006/main">
  <p:tag name="OUTPUTDPI" val="1200"/>
  <p:tag name="ORIGINALHEIGHT" val="456.8138"/>
  <p:tag name="ORIGINALWIDTH" val="1509.211"/>
  <p:tag name="OUTPUTTYPE" val="PNG"/>
  <p:tag name="IGUANATEXVERSION" val="160"/>
  <p:tag name="LATEXADDIN" val="\documentclass{article}&#10;\usepackage{amsmath}&#10;\usepackage{color}&#10;\pagestyle{empty}&#10;\begin{document}&#10;&#10;$&#10;\color{blue}&#10;\boldsymbol{T}&#10;= \begin{bmatrix}&#10;\boldsymbol{R}_0 &amp; -\boldsymbol{R}_0 \hat{\boldsymbol{r}}_{0c}^0 &amp; \boldsymbol{R}_0 \boldsymbol{A} \\&#10;\boldsymbol{0} &amp; \boldsymbol{I}_3 &amp; \boldsymbol{0} \\&#10;\boldsymbol{0} &amp; \boldsymbol{N}_1 &amp; \boldsymbol{I}_n&#10;\end{bmatrix}&#10;$&#10;&#10;&#10;\end{document}"/>
  <p:tag name="IGUANATEXSIZE" val="20"/>
  <p:tag name="IGUANATEXCURSOR" val="370"/>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38.xml><?xml version="1.0" encoding="utf-8"?>
<p:tagLst xmlns:a="http://schemas.openxmlformats.org/drawingml/2006/main" xmlns:r="http://schemas.openxmlformats.org/officeDocument/2006/relationships" xmlns:p="http://schemas.openxmlformats.org/presentationml/2006/main">
  <p:tag name="OUTPUTDPI" val="1200"/>
  <p:tag name="ORIGINALHEIGHT" val="115.5161"/>
  <p:tag name="ORIGINALWIDTH" val="442.5617"/>
  <p:tag name="OUTPUTTYPE" val="PNG"/>
  <p:tag name="IGUANATEXVERSION" val="160"/>
  <p:tag name="LATEXADDIN" val="\documentclass{article}&#10;\usepackage{amsmath}&#10;\usepackage{color}&#10;\pagestyle{empty}&#10;\begin{document}&#10;&#10;$&#10;\color{blue}&#10;\boldsymbol{\xi}=\boldsymbol{T}\boldsymbol{V}&#10;$&#10;&#10;&#10;\end{document}"/>
  <p:tag name="IGUANATEXSIZE" val="20"/>
  <p:tag name="IGUANATEXCURSOR" val="160"/>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39.xml><?xml version="1.0" encoding="utf-8"?>
<p:tagLst xmlns:a="http://schemas.openxmlformats.org/drawingml/2006/main" xmlns:r="http://schemas.openxmlformats.org/officeDocument/2006/relationships" xmlns:p="http://schemas.openxmlformats.org/presentationml/2006/main">
  <p:tag name="OUTPUTDPI" val="1200"/>
  <p:tag name="ORIGINALHEIGHT" val="450.8129"/>
  <p:tag name="ORIGINALWIDTH" val="507.8209"/>
  <p:tag name="OUTPUTTYPE" val="PNG"/>
  <p:tag name="IGUANATEXVERSION" val="160"/>
  <p:tag name="LATEXADDIN" val="\documentclass{article}&#10;\usepackage{amsmath}&#10;\usepackage{color}&#10;\pagestyle{empty}&#10;\begin{document}&#10;&#10;$&#10;\color{blue}&#10;\boldsymbol{\xi}&#10;= \begin{bmatrix}&#10;\dot{\boldsymbol{x}}_c \\&#10;\boldsymbol{\omega}_0 \\&#10;\boldsymbol{\rho}&#10;\end{bmatrix}&#10;$&#10;&#10;&#10;\end{document}"/>
  <p:tag name="IGUANATEXSIZE" val="20"/>
  <p:tag name="IGUANATEXCURSOR" val="232"/>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40.xml><?xml version="1.0" encoding="utf-8"?>
<p:tagLst xmlns:a="http://schemas.openxmlformats.org/drawingml/2006/main" xmlns:r="http://schemas.openxmlformats.org/officeDocument/2006/relationships" xmlns:p="http://schemas.openxmlformats.org/presentationml/2006/main">
  <p:tag name="OUTPUTDPI" val="1200"/>
  <p:tag name="ORIGINALHEIGHT" val="228.7819"/>
  <p:tag name="ORIGINALWIDTH" val="1073.4"/>
  <p:tag name="OUTPUTTYPE" val="PNG"/>
  <p:tag name="IGUANATEXVERSION" val="160"/>
  <p:tag name="LATEXADDIN" val="\documentclass{article}&#10;\usepackage{amsmath}&#10;\pagestyle{empty}&#10;\begin{document}&#10;&#10;$&#10;\ddot{\boldsymbol{x}}_c = \dfrac{u_1}{m}\boldsymbol{R}_0\boldsymbol{e}_3 - g\boldsymbol{e}_3&#10;$&#10;&#10;&#10;\end{document}"/>
  <p:tag name="IGUANATEXSIZE" val="20"/>
  <p:tag name="IGUANATEXCURSOR" val="111"/>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41.xml><?xml version="1.0" encoding="utf-8"?>
<p:tagLst xmlns:a="http://schemas.openxmlformats.org/drawingml/2006/main" xmlns:r="http://schemas.openxmlformats.org/officeDocument/2006/relationships" xmlns:p="http://schemas.openxmlformats.org/presentationml/2006/main">
  <p:tag name="OUTPUTDPI" val="1200"/>
  <p:tag name="ORIGINALHEIGHT" val="178.5249"/>
  <p:tag name="ORIGINALWIDTH" val="1488.958"/>
  <p:tag name="OUTPUTTYPE" val="PNG"/>
  <p:tag name="IGUANATEXVERSION" val="160"/>
  <p:tag name="LATEXADDIN" val="\documentclass{article}&#10;\usepackage{amsmath}&#10;\pagestyle{empty}&#10;\begin{document}&#10;&#10;$&#10;\dot{u}_1 = \dot{\boldsymbol{f}}_d^T \boldsymbol{R}_0\boldsymbol{e}_3 &#10;          + \boldsymbol{f}_d^T \boldsymbol{R}_0\hat{\boldsymbol{\omega}}_0\boldsymbol{e}_3&#10;$&#10;&#10;&#10;\end{document}"/>
  <p:tag name="IGUANATEXSIZE" val="20"/>
  <p:tag name="IGUANATEXCURSOR" val="244"/>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42.xml><?xml version="1.0" encoding="utf-8"?>
<p:tagLst xmlns:a="http://schemas.openxmlformats.org/drawingml/2006/main" xmlns:r="http://schemas.openxmlformats.org/officeDocument/2006/relationships" xmlns:p="http://schemas.openxmlformats.org/presentationml/2006/main">
  <p:tag name="OUTPUTDPI" val="1200"/>
  <p:tag name="ORIGINALHEIGHT" val="257.2859"/>
  <p:tag name="ORIGINALWIDTH" val="1564.718"/>
  <p:tag name="OUTPUTTYPE" val="PNG"/>
  <p:tag name="IGUANATEXVERSION" val="160"/>
  <p:tag name="LATEXADDIN" val="\documentclass{article}&#10;\usepackage{amsmath}&#10;\pagestyle{empty}&#10;\begin{document}&#10;&#10;$&#10;\boldsymbol{x}_c^{(3)} = \dfrac{\dot{u}_1}{m}\boldsymbol{R}_0\boldsymbol{e}_3 &#10;                       + \dfrac{u_1}{m}\boldsymbol{R}_0\hat{\boldsymbol{\omega}}_0\boldsymbol{e}_3&#10;$&#10;&#10;&#10;\end{document}"/>
  <p:tag name="IGUANATEXSIZE" val="20"/>
  <p:tag name="IGUANATEXCURSOR" val="260"/>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43.xml><?xml version="1.0" encoding="utf-8"?>
<p:tagLst xmlns:a="http://schemas.openxmlformats.org/drawingml/2006/main" xmlns:r="http://schemas.openxmlformats.org/officeDocument/2006/relationships" xmlns:p="http://schemas.openxmlformats.org/presentationml/2006/main">
  <p:tag name="OUTPUTDPI" val="1200"/>
  <p:tag name="ORIGINALHEIGHT" val="166.5232"/>
  <p:tag name="ORIGINALWIDTH" val="1428.949"/>
  <p:tag name="OUTPUTTYPE" val="PNG"/>
  <p:tag name="IGUANATEXVERSION" val="160"/>
  <p:tag name="LATEXADDIN" val="\documentclass{article}&#10;\usepackage{amsmath}&#10;\usepackage{color}&#10;\pagestyle{empty}&#10;\begin{document}&#10;&#10;$&#10;\color{blue}&#10;\omega_{3,e,c}&#10;= \boldsymbol{b}_{3,e}^T ( \boldsymbol{b}_{1,e,c} \times \dot{\boldsymbol{b}}_{1,e,c} )&#10;$&#10;&#10;&#10;\end{document}"/>
  <p:tag name="IGUANATEXSIZE" val="20"/>
  <p:tag name="IGUANATEXCURSOR" val="217"/>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44.xml><?xml version="1.0" encoding="utf-8"?>
<p:tagLst xmlns:a="http://schemas.openxmlformats.org/drawingml/2006/main" xmlns:r="http://schemas.openxmlformats.org/officeDocument/2006/relationships" xmlns:p="http://schemas.openxmlformats.org/presentationml/2006/main">
  <p:tag name="OUTPUTDPI" val="1200"/>
  <p:tag name="ORIGINALHEIGHT" val="162.0226"/>
  <p:tag name="ORIGINALWIDTH" val="1199.417"/>
  <p:tag name="OUTPUTTYPE" val="PNG"/>
  <p:tag name="IGUANATEXVERSION" val="160"/>
  <p:tag name="LATEXADDIN" val="\documentclass{article}&#10;\usepackage{amsmath}&#10;\usepackage{color}&#10;\pagestyle{empty}&#10;\begin{document}&#10;&#10;$&#10;\color{blue}&#10;\ddot{\boldsymbol{b}}_{3,e} &#10;= \boldsymbol{R}_e \bigl(\hat{\boldsymbol{\omega}}_e^2 &#10;+ \dot{\hat{\boldsymbol{\omega}}}_e\bigr) \boldsymbol{e}_3&#10;$&#10;&#10;&#10;\end{document}"/>
  <p:tag name="IGUANATEXSIZE" val="20"/>
  <p:tag name="IGUANATEXCURSOR" val="258"/>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45.xml><?xml version="1.0" encoding="utf-8"?>
<p:tagLst xmlns:a="http://schemas.openxmlformats.org/drawingml/2006/main" xmlns:r="http://schemas.openxmlformats.org/officeDocument/2006/relationships" xmlns:p="http://schemas.openxmlformats.org/presentationml/2006/main">
  <p:tag name="OUTPUTDPI" val="1200"/>
  <p:tag name="ORIGINALHEIGHT" val="194.2771"/>
  <p:tag name="ORIGINALWIDTH" val="2149.8"/>
  <p:tag name="OUTPUTTYPE" val="PNG"/>
  <p:tag name="IGUANATEXVERSION" val="160"/>
  <p:tag name="LATEXADDIN" val="\documentclass{article}&#10;\usepackage{amsmath}&#10;\usepackage{color}&#10;\pagestyle{empty}&#10;\begin{document}&#10;&#10;$&#10;\color{blue}&#10;\ddot{\boldsymbol{P}}_{1,e} = -\bigl(\ddot{\boldsymbol{b}}_{3,e}\boldsymbol{b}_{3,e}^T &#10;+ 2\dot{\boldsymbol{b}}_{3,e}\dot{\boldsymbol{b}}_{3,e}^T &#10;+ \boldsymbol{b}_{3,e}\ddot{\boldsymbol{b}}_{3,e}^T\bigr)&#10;$&#10;&#10;&#10;\end{document}"/>
  <p:tag name="IGUANATEXSIZE" val="20"/>
  <p:tag name="IGUANATEXCURSOR" val="319"/>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46.xml><?xml version="1.0" encoding="utf-8"?>
<p:tagLst xmlns:a="http://schemas.openxmlformats.org/drawingml/2006/main" xmlns:r="http://schemas.openxmlformats.org/officeDocument/2006/relationships" xmlns:p="http://schemas.openxmlformats.org/presentationml/2006/main">
  <p:tag name="OUTPUTDPI" val="1200"/>
  <p:tag name="ORIGINALHEIGHT" val="147.0206"/>
  <p:tag name="ORIGINALWIDTH" val="831.116"/>
  <p:tag name="OUTPUTTYPE" val="PNG"/>
  <p:tag name="IGUANATEXVERSION" val="160"/>
  <p:tag name="LATEXADDIN" val="\documentclass{article}&#10;\usepackage{amsmath}&#10;\usepackage{color}&#10;\pagestyle{empty}&#10;\begin{document}&#10;&#10;$&#10;\boldsymbol{R}^{0}_{e}(\boldsymbol{q}) = \boldsymbol{R}^{0}_{n}(\boldsymbol{q}) &#10;$&#10;&#10;&#10;\end{document}"/>
  <p:tag name="IGUANATEXSIZE" val="20"/>
  <p:tag name="IGUANATEXCURSOR" val="182"/>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47.xml><?xml version="1.0" encoding="utf-8"?>
<p:tagLst xmlns:a="http://schemas.openxmlformats.org/drawingml/2006/main" xmlns:r="http://schemas.openxmlformats.org/officeDocument/2006/relationships" xmlns:p="http://schemas.openxmlformats.org/presentationml/2006/main">
  <p:tag name="OUTPUTDPI" val="1200"/>
  <p:tag name="ORIGINALHEIGHT" val="185.2758"/>
  <p:tag name="ORIGINALWIDTH" val="1840.007"/>
  <p:tag name="OUTPUTTYPE" val="PNG"/>
  <p:tag name="IGUANATEXVERSION" val="160"/>
  <p:tag name="LATEXADDIN" val="\documentclass{article}&#10;\usepackage{amsmath}&#10;\usepackage{color}&#10;\pagestyle{empty}&#10;\begin{document}&#10;&#10;$&#10;\boldsymbol{\omega}_e&#10;= \left(\boldsymbol{R}^{0}_e\right)^T \boldsymbol{\omega}^{0}_e &#10;= \boldsymbol{R}_{0}^{e} (\boldsymbol{\omega}_0 + \boldsymbol{J}^{q}_{\omega_e} \dot{\boldsymbol{q}})&#10;$&#10;&#10;&#10;\end{document}"/>
  <p:tag name="IGUANATEXSIZE" val="20"/>
  <p:tag name="IGUANATEXCURSOR" val="290"/>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48.xml><?xml version="1.0" encoding="utf-8"?>
<p:tagLst xmlns:a="http://schemas.openxmlformats.org/drawingml/2006/main" xmlns:r="http://schemas.openxmlformats.org/officeDocument/2006/relationships" xmlns:p="http://schemas.openxmlformats.org/presentationml/2006/main">
  <p:tag name="OUTPUTDPI" val="1200"/>
  <p:tag name="ORIGINALHEIGHT" val="137.2691"/>
  <p:tag name="ORIGINALWIDTH" val="467.3152"/>
  <p:tag name="OUTPUTTYPE" val="PNG"/>
  <p:tag name="IGUANATEXVERSION" val="160"/>
  <p:tag name="LATEXADDIN" val="\documentclass{article}&#10;\usepackage{amsmath}&#10;\pagestyle{empty}&#10;\begin{document}&#10;&#10;$&#10;\boldsymbol{\omega}_e^0&#10;= \boldsymbol{\omega}_n^0&#10;$&#10;&#10;&#10;\end{document}"/>
  <p:tag name="IGUANATEXSIZE" val="20"/>
  <p:tag name="IGUANATEXCURSOR" val="130"/>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49.xml><?xml version="1.0" encoding="utf-8"?>
<p:tagLst xmlns:a="http://schemas.openxmlformats.org/drawingml/2006/main" xmlns:r="http://schemas.openxmlformats.org/officeDocument/2006/relationships" xmlns:p="http://schemas.openxmlformats.org/presentationml/2006/main">
  <p:tag name="OUTPUTDPI" val="1200"/>
  <p:tag name="ORIGINALHEIGHT" val="226.5316"/>
  <p:tag name="ORIGINALWIDTH" val="2224.061"/>
  <p:tag name="OUTPUTTYPE" val="PNG"/>
  <p:tag name="IGUANATEXVERSION" val="160"/>
  <p:tag name="LATEXADDIN" val="\documentclass{article}&#10;\usepackage{amsmath}&#10;\usepackage{color}&#10;\pagestyle{empty}&#10;\begin{document}&#10;&#10;$&#10;\dot{\boldsymbol{\omega}}_e&#10;= \boldsymbol{R}_0^e\left(\dot{\boldsymbol{\omega}}_0+\boldsymbol{J}_{\omega_e}^q \ddot{\boldsymbol{q}}+\dot{\boldsymbol{J}}_{\omega_e}^q \dot{\boldsymbol{q}}+\hat{\boldsymbol{\omega}}_0 \boldsymbol{J}_{\omega_e}^q \dot{\boldsymbol{q}}\right)&#10;$&#10;&#10;&#10;\end{document}"/>
  <p:tag name="IGUANATEXSIZE" val="20"/>
  <p:tag name="IGUANATEXCURSOR" val="372"/>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50.xml><?xml version="1.0" encoding="utf-8"?>
<p:tagLst xmlns:a="http://schemas.openxmlformats.org/drawingml/2006/main" xmlns:r="http://schemas.openxmlformats.org/officeDocument/2006/relationships" xmlns:p="http://schemas.openxmlformats.org/presentationml/2006/main">
  <p:tag name="OUTPUTDPI" val="1200"/>
  <p:tag name="ORIGINALHEIGHT" val="195.0272"/>
  <p:tag name="ORIGINALWIDTH" val="850.6187"/>
  <p:tag name="OUTPUTTYPE" val="PNG"/>
  <p:tag name="IGUANATEXVERSION" val="160"/>
  <p:tag name="LATEXADDIN" val="\documentclass{article}&#10;\usepackage{amsmath}&#10;\usepackage{color}&#10;\pagestyle{empty}&#10;\begin{document}&#10;&#10;$&#10;\color{blue}&#10;- \tilde{\boldsymbol{C}}_{r\rho}^{T} \boldsymbol{\omega}_{0}&#10;+ \tilde{\boldsymbol{C}}_{\rho} \boldsymbol{\rho}&#10;$&#10;&#10;&#10;\end{document}"/>
  <p:tag name="IGUANATEXSIZE" val="20"/>
  <p:tag name="IGUANATEXCURSOR" val="225"/>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51.xml><?xml version="1.0" encoding="utf-8"?>
<p:tagLst xmlns:a="http://schemas.openxmlformats.org/drawingml/2006/main" xmlns:r="http://schemas.openxmlformats.org/officeDocument/2006/relationships" xmlns:p="http://schemas.openxmlformats.org/presentationml/2006/main">
  <p:tag name="OUTPUTDPI" val="1200"/>
  <p:tag name="ORIGINALHEIGHT" val="301.5421"/>
  <p:tag name="ORIGINALWIDTH" val="4676.903"/>
  <p:tag name="OUTPUTTYPE" val="PNG"/>
  <p:tag name="IGUANATEXVERSION" val="160"/>
  <p:tag name="LATEXADDIN" val="\documentclass{article}&#10;\usepackage{amsmath}&#10;\usepackage{color}&#10;\pagestyle{empty}&#10;\begin{document}&#10;&#10;$&#10;\color{blue}&#10;\boldsymbol{u}_{3}&#10;=&#10;- \bar{\boldsymbol{J}}_{3,y}^{-1}&#10;\left(&#10;\begin{bmatrix}&#10;\bar{\boldsymbol{J}}_{1,y} &amp;&#10;\bar{\boldsymbol{J}}_{2,y}&#10;\end{bmatrix}&#10;\begin{bmatrix}&#10;  \boldsymbol{u}_{1} &#10;- mg\boldsymbol{e}_3&#10;\\&#10;  \boldsymbol{u}_{2} &#10;- \tilde{\boldsymbol{C}}_{r} \boldsymbol{\omega}_{0} &#10;- \tilde{\boldsymbol{C}}_{r \rho} \boldsymbol{\rho} &#10;\end{bmatrix}&#10;+ \boldsymbol{\Lambda}_{y}&#10;\left(&#10;  \dot{\boldsymbol{J}}_{y} \boldsymbol{\xi}&#10;- \ddot{\boldsymbol{y}}_{d}&#10;\right)&#10;+ \boldsymbol{D}_{y} \boldsymbol{e}_{v_y}&#10;+ \boldsymbol{K}_{y} \boldsymbol{e}_{y}&#10;\right)&#10;$&#10;&#10;&#10;\end{document}"/>
  <p:tag name="IGUANATEXSIZE" val="20"/>
  <p:tag name="IGUANATEXCURSOR" val="321"/>
  <p:tag name="TRANSPARENCY" val="True"/>
  <p:tag name="FILENAME" val=""/>
  <p:tag name="LATEXENGINEID" val="1"/>
  <p:tag name="TEMPFOLDER" val="D:\Program Files\IguanaTex\"/>
  <p:tag name="LATEXFORMHEIGHT" val="596.5"/>
  <p:tag name="LATEXFORMWIDTH" val="524"/>
  <p:tag name="LATEXFORMWRAP" val="True"/>
  <p:tag name="BITMAPVECTOR" val="0"/>
</p:tagLst>
</file>

<file path=ppt/tags/tag152.xml><?xml version="1.0" encoding="utf-8"?>
<p:tagLst xmlns:a="http://schemas.openxmlformats.org/drawingml/2006/main" xmlns:r="http://schemas.openxmlformats.org/officeDocument/2006/relationships" xmlns:p="http://schemas.openxmlformats.org/presentationml/2006/main">
  <p:tag name="OUTPUTDPI" val="1200"/>
  <p:tag name="ORIGINALHEIGHT" val="155.2717"/>
  <p:tag name="ORIGINALWIDTH" val="384.0536"/>
  <p:tag name="OUTPUTTYPE" val="PNG"/>
  <p:tag name="IGUANATEXVERSION" val="160"/>
  <p:tag name="LATEXADDIN" val="\documentclass{article}&#10;\usepackage{amsmath}&#10;\usepackage{color}&#10;\pagestyle{empty}&#10;\begin{document}&#10;&#10;$&#10;\color{blue}&#10;+ \tilde{\boldsymbol{C}}_{r\rho} \boldsymbol{\rho}&#10;$&#10;&#10;&#10;\end{document}"/>
  <p:tag name="IGUANATEXSIZE" val="20"/>
  <p:tag name="IGUANATEXCURSOR" val="114"/>
  <p:tag name="TRANSPARENCY" val="True"/>
  <p:tag name="FILENAME" val=""/>
  <p:tag name="LATEXENGINEID" val="1"/>
  <p:tag name="TEMPFOLDER" val="D:\Program Files\IguanaTex\"/>
  <p:tag name="LATEXFORMHEIGHT" val="320"/>
  <p:tag name="LATEXFORMWIDTH" val="385"/>
  <p:tag name="LATEXFORMWRAP" val="True"/>
  <p:tag name="BITMAPVECTOR" val="0"/>
</p:tagLst>
</file>

<file path=ppt/tags/tag153.xml><?xml version="1.0" encoding="utf-8"?>
<p:tagLst xmlns:a="http://schemas.openxmlformats.org/drawingml/2006/main" xmlns:r="http://schemas.openxmlformats.org/officeDocument/2006/relationships" xmlns:p="http://schemas.openxmlformats.org/presentationml/2006/main">
  <p:tag name="OUTPUTDPI" val="1200"/>
  <p:tag name="ORIGINALHEIGHT" val="226.5316"/>
  <p:tag name="ORIGINALWIDTH" val="4003.309"/>
  <p:tag name="OUTPUTTYPE" val="PNG"/>
  <p:tag name="IGUANATEXVERSION" val="160"/>
  <p:tag name="LATEXADDIN" val="\documentclass{article}&#10;\usepackage{amsmath}&#10;\usepackage{color}&#10;\pagestyle{empty}&#10;\begin{document}&#10;&#10;$&#10;\color{blue}&#10;\boldsymbol{u}_2&#10;=&#10;\tilde{\boldsymbol{M}}_{r}&#10;\left[&#10;  \boldsymbol{R}_0^T \boldsymbol{R}_{0,c} \dot{\boldsymbol{\omega}}_{0,c}&#10;- \hat{\boldsymbol{\omega}}_0 \boldsymbol{R}_0^T \boldsymbol{R}_{0,c} \boldsymbol{\omega}_{0,c}&#10;- \tilde{\boldsymbol{M}}_{r,d}^{-1} \left( k_R \boldsymbol{e}_R + k_{\omega} \boldsymbol{e}_{\omega} \right)&#10;\right]&#10;+ \tilde{\boldsymbol{C}}_{r} \boldsymbol{\omega}_0&#10;$&#10;&#10;&#10;\end{document}"/>
  <p:tag name="IGUANATEXSIZE" val="20"/>
  <p:tag name="IGUANATEXCURSOR" val="505"/>
  <p:tag name="TRANSPARENCY" val="True"/>
  <p:tag name="FILENAME" val=""/>
  <p:tag name="LATEXENGINEID" val="1"/>
  <p:tag name="TEMPFOLDER" val="D:\Program Files\IguanaTex\"/>
  <p:tag name="LATEXFORMHEIGHT" val="320"/>
  <p:tag name="LATEXFORMWIDTH" val="385"/>
  <p:tag name="LATEXFORMWRAP" val="True"/>
  <p:tag name="BITMAPVECTOR" val="0"/>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6070</TotalTime>
  <Words>196</Words>
  <Application>Microsoft Office PowerPoint</Application>
  <PresentationFormat>Custom</PresentationFormat>
  <Paragraphs>22</Paragraphs>
  <Slides>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等线</vt:lpstr>
      <vt:lpstr>Arial</vt:lpstr>
      <vt:lpstr>Calibri</vt:lpstr>
      <vt:lpstr>Calibri Light</vt:lpstr>
      <vt:lpstr>Georgia</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LENOVO</cp:lastModifiedBy>
  <cp:revision>96</cp:revision>
  <dcterms:created xsi:type="dcterms:W3CDTF">2026-05-20T13:36:43Z</dcterms:created>
  <dcterms:modified xsi:type="dcterms:W3CDTF">2026-07-21T01:44:57Z</dcterms:modified>
</cp:coreProperties>
</file>